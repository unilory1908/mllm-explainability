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E24974-1D4D-42A7-ABE6-AA9B0FDF8516}" v="27" dt="2026-06-09T12:37:24.9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 CRISCUOLO" userId="d7716ecf-7856-4fbe-be0e-79ac38adf2a8" providerId="ADAL" clId="{A5CDE350-B1BD-4A76-8458-9F35AAE04819}"/>
    <pc:docChg chg="undo custSel addSld modSld sldOrd">
      <pc:chgData name="LUCA CRISCUOLO" userId="d7716ecf-7856-4fbe-be0e-79ac38adf2a8" providerId="ADAL" clId="{A5CDE350-B1BD-4A76-8458-9F35AAE04819}" dt="2026-06-10T12:13:27.527" v="810" actId="20577"/>
      <pc:docMkLst>
        <pc:docMk/>
      </pc:docMkLst>
      <pc:sldChg chg="modSp mod">
        <pc:chgData name="LUCA CRISCUOLO" userId="d7716ecf-7856-4fbe-be0e-79ac38adf2a8" providerId="ADAL" clId="{A5CDE350-B1BD-4A76-8458-9F35AAE04819}" dt="2026-06-10T06:29:47.715" v="788" actId="20577"/>
        <pc:sldMkLst>
          <pc:docMk/>
          <pc:sldMk cId="2881051534" sldId="256"/>
        </pc:sldMkLst>
        <pc:spChg chg="mod">
          <ac:chgData name="LUCA CRISCUOLO" userId="d7716ecf-7856-4fbe-be0e-79ac38adf2a8" providerId="ADAL" clId="{A5CDE350-B1BD-4A76-8458-9F35AAE04819}" dt="2026-06-10T06:29:47.715" v="788" actId="20577"/>
          <ac:spMkLst>
            <pc:docMk/>
            <pc:sldMk cId="2881051534" sldId="256"/>
            <ac:spMk id="2" creationId="{2EC0D83D-AA12-7342-E0D4-405472D49820}"/>
          </ac:spMkLst>
        </pc:spChg>
      </pc:sldChg>
      <pc:sldChg chg="addSp delSp modSp mod setBg">
        <pc:chgData name="LUCA CRISCUOLO" userId="d7716ecf-7856-4fbe-be0e-79ac38adf2a8" providerId="ADAL" clId="{A5CDE350-B1BD-4A76-8458-9F35AAE04819}" dt="2026-06-09T12:44:03.402" v="722" actId="20577"/>
        <pc:sldMkLst>
          <pc:docMk/>
          <pc:sldMk cId="779878290" sldId="258"/>
        </pc:sldMkLst>
        <pc:spChg chg="mod">
          <ac:chgData name="LUCA CRISCUOLO" userId="d7716ecf-7856-4fbe-be0e-79ac38adf2a8" providerId="ADAL" clId="{A5CDE350-B1BD-4A76-8458-9F35AAE04819}" dt="2026-06-09T12:00:30.268" v="4" actId="26606"/>
          <ac:spMkLst>
            <pc:docMk/>
            <pc:sldMk cId="779878290" sldId="258"/>
            <ac:spMk id="2" creationId="{562AAC9B-8AE5-2595-B245-3F69AAD119FB}"/>
          </ac:spMkLst>
        </pc:spChg>
        <pc:spChg chg="mod">
          <ac:chgData name="LUCA CRISCUOLO" userId="d7716ecf-7856-4fbe-be0e-79ac38adf2a8" providerId="ADAL" clId="{A5CDE350-B1BD-4A76-8458-9F35AAE04819}" dt="2026-06-09T12:44:03.402" v="722" actId="20577"/>
          <ac:spMkLst>
            <pc:docMk/>
            <pc:sldMk cId="779878290" sldId="258"/>
            <ac:spMk id="4" creationId="{F53AE193-17D3-2889-027C-4919BB412865}"/>
          </ac:spMkLst>
        </pc:spChg>
        <pc:spChg chg="del mod">
          <ac:chgData name="LUCA CRISCUOLO" userId="d7716ecf-7856-4fbe-be0e-79ac38adf2a8" providerId="ADAL" clId="{A5CDE350-B1BD-4A76-8458-9F35AAE04819}" dt="2026-06-09T12:00:25.251" v="3"/>
          <ac:spMkLst>
            <pc:docMk/>
            <pc:sldMk cId="779878290" sldId="258"/>
            <ac:spMk id="5" creationId="{737D6F12-1AD9-73A1-0B87-3E4A479B4CB7}"/>
          </ac:spMkLst>
        </pc:spChg>
        <pc:spChg chg="add">
          <ac:chgData name="LUCA CRISCUOLO" userId="d7716ecf-7856-4fbe-be0e-79ac38adf2a8" providerId="ADAL" clId="{A5CDE350-B1BD-4A76-8458-9F35AAE04819}" dt="2026-06-09T12:00:30.268" v="4" actId="26606"/>
          <ac:spMkLst>
            <pc:docMk/>
            <pc:sldMk cId="779878290" sldId="258"/>
            <ac:spMk id="15" creationId="{744CAA32-F237-419C-A2DD-43C28D920D3C}"/>
          </ac:spMkLst>
        </pc:spChg>
        <pc:picChg chg="add mod ord">
          <ac:chgData name="LUCA CRISCUOLO" userId="d7716ecf-7856-4fbe-be0e-79ac38adf2a8" providerId="ADAL" clId="{A5CDE350-B1BD-4A76-8458-9F35AAE04819}" dt="2026-06-09T12:00:30.268" v="4" actId="26606"/>
          <ac:picMkLst>
            <pc:docMk/>
            <pc:sldMk cId="779878290" sldId="258"/>
            <ac:picMk id="6" creationId="{751A2712-CEB0-0595-FD6E-B16E1241EC16}"/>
          </ac:picMkLst>
        </pc:picChg>
        <pc:picChg chg="add mod">
          <ac:chgData name="LUCA CRISCUOLO" userId="d7716ecf-7856-4fbe-be0e-79ac38adf2a8" providerId="ADAL" clId="{A5CDE350-B1BD-4A76-8458-9F35AAE04819}" dt="2026-06-09T12:00:30.268" v="4" actId="26606"/>
          <ac:picMkLst>
            <pc:docMk/>
            <pc:sldMk cId="779878290" sldId="258"/>
            <ac:picMk id="8" creationId="{A4DDA8FB-6C76-1269-60DE-FD0BE5390672}"/>
          </ac:picMkLst>
        </pc:picChg>
        <pc:cxnChg chg="add">
          <ac:chgData name="LUCA CRISCUOLO" userId="d7716ecf-7856-4fbe-be0e-79ac38adf2a8" providerId="ADAL" clId="{A5CDE350-B1BD-4A76-8458-9F35AAE04819}" dt="2026-06-09T12:00:30.268" v="4" actId="26606"/>
          <ac:cxnSpMkLst>
            <pc:docMk/>
            <pc:sldMk cId="779878290" sldId="258"/>
            <ac:cxnSpMk id="13" creationId="{118E06E4-607B-144B-382B-AD3D06B1EE8C}"/>
          </ac:cxnSpMkLst>
        </pc:cxnChg>
        <pc:cxnChg chg="add">
          <ac:chgData name="LUCA CRISCUOLO" userId="d7716ecf-7856-4fbe-be0e-79ac38adf2a8" providerId="ADAL" clId="{A5CDE350-B1BD-4A76-8458-9F35AAE04819}" dt="2026-06-09T12:00:30.268" v="4" actId="26606"/>
          <ac:cxnSpMkLst>
            <pc:docMk/>
            <pc:sldMk cId="779878290" sldId="258"/>
            <ac:cxnSpMk id="17" creationId="{A1DB5636-7209-441D-A20B-2A24C54D5CDB}"/>
          </ac:cxnSpMkLst>
        </pc:cxnChg>
      </pc:sldChg>
      <pc:sldChg chg="addSp delSp modSp mod modClrScheme chgLayout">
        <pc:chgData name="LUCA CRISCUOLO" userId="d7716ecf-7856-4fbe-be0e-79ac38adf2a8" providerId="ADAL" clId="{A5CDE350-B1BD-4A76-8458-9F35AAE04819}" dt="2026-06-09T12:46:41.488" v="771" actId="20577"/>
        <pc:sldMkLst>
          <pc:docMk/>
          <pc:sldMk cId="961361484" sldId="260"/>
        </pc:sldMkLst>
        <pc:spChg chg="mod ord">
          <ac:chgData name="LUCA CRISCUOLO" userId="d7716ecf-7856-4fbe-be0e-79ac38adf2a8" providerId="ADAL" clId="{A5CDE350-B1BD-4A76-8458-9F35AAE04819}" dt="2026-06-09T12:07:48.217" v="19" actId="700"/>
          <ac:spMkLst>
            <pc:docMk/>
            <pc:sldMk cId="961361484" sldId="260"/>
            <ac:spMk id="2" creationId="{F5350895-ED11-2E13-411A-FB71AC49FD70}"/>
          </ac:spMkLst>
        </pc:spChg>
        <pc:spChg chg="del mod ord">
          <ac:chgData name="LUCA CRISCUOLO" userId="d7716ecf-7856-4fbe-be0e-79ac38adf2a8" providerId="ADAL" clId="{A5CDE350-B1BD-4A76-8458-9F35AAE04819}" dt="2026-06-09T12:07:48.217" v="19" actId="700"/>
          <ac:spMkLst>
            <pc:docMk/>
            <pc:sldMk cId="961361484" sldId="260"/>
            <ac:spMk id="3" creationId="{E67C4851-C0C2-4161-0A4A-072711886CC1}"/>
          </ac:spMkLst>
        </pc:spChg>
        <pc:spChg chg="add mod">
          <ac:chgData name="LUCA CRISCUOLO" userId="d7716ecf-7856-4fbe-be0e-79ac38adf2a8" providerId="ADAL" clId="{A5CDE350-B1BD-4A76-8458-9F35AAE04819}" dt="2026-06-09T12:09:14.167" v="38" actId="1076"/>
          <ac:spMkLst>
            <pc:docMk/>
            <pc:sldMk cId="961361484" sldId="260"/>
            <ac:spMk id="5" creationId="{BAE6E02F-4ADE-5FCA-4DB2-3DBFCD559FB1}"/>
          </ac:spMkLst>
        </pc:spChg>
        <pc:spChg chg="add mod">
          <ac:chgData name="LUCA CRISCUOLO" userId="d7716ecf-7856-4fbe-be0e-79ac38adf2a8" providerId="ADAL" clId="{A5CDE350-B1BD-4A76-8458-9F35AAE04819}" dt="2026-06-09T12:09:09.096" v="37" actId="14100"/>
          <ac:spMkLst>
            <pc:docMk/>
            <pc:sldMk cId="961361484" sldId="260"/>
            <ac:spMk id="7" creationId="{07F82B0B-5666-409B-F4BA-6C1E50C4C9C0}"/>
          </ac:spMkLst>
        </pc:spChg>
        <pc:spChg chg="add mod ord">
          <ac:chgData name="LUCA CRISCUOLO" userId="d7716ecf-7856-4fbe-be0e-79ac38adf2a8" providerId="ADAL" clId="{A5CDE350-B1BD-4A76-8458-9F35AAE04819}" dt="2026-06-09T12:46:41.488" v="771" actId="20577"/>
          <ac:spMkLst>
            <pc:docMk/>
            <pc:sldMk cId="961361484" sldId="260"/>
            <ac:spMk id="8" creationId="{818456DC-0C32-671E-751C-F900F51FF811}"/>
          </ac:spMkLst>
        </pc:spChg>
        <pc:spChg chg="add del mod ord">
          <ac:chgData name="LUCA CRISCUOLO" userId="d7716ecf-7856-4fbe-be0e-79ac38adf2a8" providerId="ADAL" clId="{A5CDE350-B1BD-4A76-8458-9F35AAE04819}" dt="2026-06-09T12:08:00.608" v="25"/>
          <ac:spMkLst>
            <pc:docMk/>
            <pc:sldMk cId="961361484" sldId="260"/>
            <ac:spMk id="9" creationId="{B3ABED6C-9382-806F-7034-89756253FD0E}"/>
          </ac:spMkLst>
        </pc:spChg>
        <pc:picChg chg="add mod ord">
          <ac:chgData name="LUCA CRISCUOLO" userId="d7716ecf-7856-4fbe-be0e-79ac38adf2a8" providerId="ADAL" clId="{A5CDE350-B1BD-4A76-8458-9F35AAE04819}" dt="2026-06-09T12:08:00.608" v="25"/>
          <ac:picMkLst>
            <pc:docMk/>
            <pc:sldMk cId="961361484" sldId="260"/>
            <ac:picMk id="11" creationId="{0EACEA65-636D-CE91-1870-C8A37E5D3032}"/>
          </ac:picMkLst>
        </pc:picChg>
      </pc:sldChg>
      <pc:sldChg chg="addSp delSp modSp mod setBg">
        <pc:chgData name="LUCA CRISCUOLO" userId="d7716ecf-7856-4fbe-be0e-79ac38adf2a8" providerId="ADAL" clId="{A5CDE350-B1BD-4A76-8458-9F35AAE04819}" dt="2026-06-09T12:12:04.099" v="121" actId="20577"/>
        <pc:sldMkLst>
          <pc:docMk/>
          <pc:sldMk cId="2769507413" sldId="261"/>
        </pc:sldMkLst>
        <pc:spChg chg="mod">
          <ac:chgData name="LUCA CRISCUOLO" userId="d7716ecf-7856-4fbe-be0e-79ac38adf2a8" providerId="ADAL" clId="{A5CDE350-B1BD-4A76-8458-9F35AAE04819}" dt="2026-06-09T12:11:42.104" v="119" actId="26606"/>
          <ac:spMkLst>
            <pc:docMk/>
            <pc:sldMk cId="2769507413" sldId="261"/>
            <ac:spMk id="2" creationId="{CEB4AF60-00FD-115E-FF53-A4D66A51174E}"/>
          </ac:spMkLst>
        </pc:spChg>
        <pc:spChg chg="del">
          <ac:chgData name="LUCA CRISCUOLO" userId="d7716ecf-7856-4fbe-be0e-79ac38adf2a8" providerId="ADAL" clId="{A5CDE350-B1BD-4A76-8458-9F35AAE04819}" dt="2026-06-09T12:10:52.245" v="111"/>
          <ac:spMkLst>
            <pc:docMk/>
            <pc:sldMk cId="2769507413" sldId="261"/>
            <ac:spMk id="3" creationId="{91088F33-E946-4233-1696-FFF9FC6FDFCC}"/>
          </ac:spMkLst>
        </pc:spChg>
        <pc:spChg chg="add mod">
          <ac:chgData name="LUCA CRISCUOLO" userId="d7716ecf-7856-4fbe-be0e-79ac38adf2a8" providerId="ADAL" clId="{A5CDE350-B1BD-4A76-8458-9F35AAE04819}" dt="2026-06-09T12:12:04.099" v="121" actId="20577"/>
          <ac:spMkLst>
            <pc:docMk/>
            <pc:sldMk cId="2769507413" sldId="261"/>
            <ac:spMk id="9" creationId="{F76FF367-4AC3-A7D3-BB8D-E79FEC048EEE}"/>
          </ac:spMkLst>
        </pc:spChg>
        <pc:spChg chg="add del">
          <ac:chgData name="LUCA CRISCUOLO" userId="d7716ecf-7856-4fbe-be0e-79ac38adf2a8" providerId="ADAL" clId="{A5CDE350-B1BD-4A76-8458-9F35AAE04819}" dt="2026-06-09T12:11:42.104" v="119" actId="26606"/>
          <ac:spMkLst>
            <pc:docMk/>
            <pc:sldMk cId="2769507413" sldId="261"/>
            <ac:spMk id="14" creationId="{744CAA32-F237-419C-A2DD-43C28D920D3C}"/>
          </ac:spMkLst>
        </pc:spChg>
        <pc:spChg chg="add">
          <ac:chgData name="LUCA CRISCUOLO" userId="d7716ecf-7856-4fbe-be0e-79ac38adf2a8" providerId="ADAL" clId="{A5CDE350-B1BD-4A76-8458-9F35AAE04819}" dt="2026-06-09T12:11:42.104" v="119" actId="26606"/>
          <ac:spMkLst>
            <pc:docMk/>
            <pc:sldMk cId="2769507413" sldId="261"/>
            <ac:spMk id="21" creationId="{744CAA32-F237-419C-A2DD-43C28D920D3C}"/>
          </ac:spMkLst>
        </pc:spChg>
        <pc:picChg chg="add mod ord">
          <ac:chgData name="LUCA CRISCUOLO" userId="d7716ecf-7856-4fbe-be0e-79ac38adf2a8" providerId="ADAL" clId="{A5CDE350-B1BD-4A76-8458-9F35AAE04819}" dt="2026-06-09T12:11:42.104" v="119" actId="26606"/>
          <ac:picMkLst>
            <pc:docMk/>
            <pc:sldMk cId="2769507413" sldId="261"/>
            <ac:picMk id="5" creationId="{FD414D4E-1460-1AB4-A5C7-41CFDF90F0F4}"/>
          </ac:picMkLst>
        </pc:picChg>
        <pc:picChg chg="add mod ord">
          <ac:chgData name="LUCA CRISCUOLO" userId="d7716ecf-7856-4fbe-be0e-79ac38adf2a8" providerId="ADAL" clId="{A5CDE350-B1BD-4A76-8458-9F35AAE04819}" dt="2026-06-09T12:11:42.104" v="119" actId="26606"/>
          <ac:picMkLst>
            <pc:docMk/>
            <pc:sldMk cId="2769507413" sldId="261"/>
            <ac:picMk id="7" creationId="{55EB75F2-198E-C5CD-D334-6DC562E1DD24}"/>
          </ac:picMkLst>
        </pc:picChg>
        <pc:cxnChg chg="add del">
          <ac:chgData name="LUCA CRISCUOLO" userId="d7716ecf-7856-4fbe-be0e-79ac38adf2a8" providerId="ADAL" clId="{A5CDE350-B1BD-4A76-8458-9F35AAE04819}" dt="2026-06-09T12:11:42.104" v="119" actId="26606"/>
          <ac:cxnSpMkLst>
            <pc:docMk/>
            <pc:sldMk cId="2769507413" sldId="261"/>
            <ac:cxnSpMk id="16" creationId="{0D7F0166-5104-70BA-EFEB-5271B630FDE0}"/>
          </ac:cxnSpMkLst>
        </pc:cxnChg>
        <pc:cxnChg chg="add">
          <ac:chgData name="LUCA CRISCUOLO" userId="d7716ecf-7856-4fbe-be0e-79ac38adf2a8" providerId="ADAL" clId="{A5CDE350-B1BD-4A76-8458-9F35AAE04819}" dt="2026-06-09T12:11:42.104" v="119" actId="26606"/>
          <ac:cxnSpMkLst>
            <pc:docMk/>
            <pc:sldMk cId="2769507413" sldId="261"/>
            <ac:cxnSpMk id="23" creationId="{753FE100-D0AB-4AE2-824B-60CFA31EC6A2}"/>
          </ac:cxnSpMkLst>
        </pc:cxnChg>
      </pc:sldChg>
      <pc:sldChg chg="addSp modSp mod setBg">
        <pc:chgData name="LUCA CRISCUOLO" userId="d7716ecf-7856-4fbe-be0e-79ac38adf2a8" providerId="ADAL" clId="{A5CDE350-B1BD-4A76-8458-9F35AAE04819}" dt="2026-06-09T12:48:05.501" v="772" actId="5793"/>
        <pc:sldMkLst>
          <pc:docMk/>
          <pc:sldMk cId="590977565" sldId="262"/>
        </pc:sldMkLst>
        <pc:spChg chg="mod">
          <ac:chgData name="LUCA CRISCUOLO" userId="d7716ecf-7856-4fbe-be0e-79ac38adf2a8" providerId="ADAL" clId="{A5CDE350-B1BD-4A76-8458-9F35AAE04819}" dt="2026-06-09T12:12:52.001" v="127" actId="26606"/>
          <ac:spMkLst>
            <pc:docMk/>
            <pc:sldMk cId="590977565" sldId="262"/>
            <ac:spMk id="2" creationId="{4E039852-5D51-1687-7EAA-B289114F208D}"/>
          </ac:spMkLst>
        </pc:spChg>
        <pc:spChg chg="mod">
          <ac:chgData name="LUCA CRISCUOLO" userId="d7716ecf-7856-4fbe-be0e-79ac38adf2a8" providerId="ADAL" clId="{A5CDE350-B1BD-4A76-8458-9F35AAE04819}" dt="2026-06-09T12:48:05.501" v="772" actId="5793"/>
          <ac:spMkLst>
            <pc:docMk/>
            <pc:sldMk cId="590977565" sldId="262"/>
            <ac:spMk id="3" creationId="{E1AA4562-A0DE-8106-961E-570EC52742D1}"/>
          </ac:spMkLst>
        </pc:spChg>
        <pc:spChg chg="add">
          <ac:chgData name="LUCA CRISCUOLO" userId="d7716ecf-7856-4fbe-be0e-79ac38adf2a8" providerId="ADAL" clId="{A5CDE350-B1BD-4A76-8458-9F35AAE04819}" dt="2026-06-09T12:12:52.001" v="127" actId="26606"/>
          <ac:spMkLst>
            <pc:docMk/>
            <pc:sldMk cId="590977565" sldId="262"/>
            <ac:spMk id="12" creationId="{744CAA32-F237-419C-A2DD-43C28D920D3C}"/>
          </ac:spMkLst>
        </pc:spChg>
        <pc:picChg chg="add mod ord">
          <ac:chgData name="LUCA CRISCUOLO" userId="d7716ecf-7856-4fbe-be0e-79ac38adf2a8" providerId="ADAL" clId="{A5CDE350-B1BD-4A76-8458-9F35AAE04819}" dt="2026-06-09T12:12:52.001" v="127" actId="26606"/>
          <ac:picMkLst>
            <pc:docMk/>
            <pc:sldMk cId="590977565" sldId="262"/>
            <ac:picMk id="5" creationId="{0B8B3F5C-25DF-316D-334E-7D2B23D09322}"/>
          </ac:picMkLst>
        </pc:picChg>
        <pc:picChg chg="add mod">
          <ac:chgData name="LUCA CRISCUOLO" userId="d7716ecf-7856-4fbe-be0e-79ac38adf2a8" providerId="ADAL" clId="{A5CDE350-B1BD-4A76-8458-9F35AAE04819}" dt="2026-06-09T12:12:52.001" v="127" actId="26606"/>
          <ac:picMkLst>
            <pc:docMk/>
            <pc:sldMk cId="590977565" sldId="262"/>
            <ac:picMk id="7" creationId="{AD5DB380-1DFE-E243-5BD9-443443D0E085}"/>
          </ac:picMkLst>
        </pc:picChg>
        <pc:cxnChg chg="add">
          <ac:chgData name="LUCA CRISCUOLO" userId="d7716ecf-7856-4fbe-be0e-79ac38adf2a8" providerId="ADAL" clId="{A5CDE350-B1BD-4A76-8458-9F35AAE04819}" dt="2026-06-09T12:12:52.001" v="127" actId="26606"/>
          <ac:cxnSpMkLst>
            <pc:docMk/>
            <pc:sldMk cId="590977565" sldId="262"/>
            <ac:cxnSpMk id="14" creationId="{0D7F0166-5104-70BA-EFEB-5271B630FDE0}"/>
          </ac:cxnSpMkLst>
        </pc:cxnChg>
      </pc:sldChg>
      <pc:sldChg chg="modSp mod">
        <pc:chgData name="LUCA CRISCUOLO" userId="d7716ecf-7856-4fbe-be0e-79ac38adf2a8" providerId="ADAL" clId="{A5CDE350-B1BD-4A76-8458-9F35AAE04819}" dt="2026-06-09T12:14:53.661" v="133" actId="5793"/>
        <pc:sldMkLst>
          <pc:docMk/>
          <pc:sldMk cId="3898085943" sldId="263"/>
        </pc:sldMkLst>
        <pc:spChg chg="mod">
          <ac:chgData name="LUCA CRISCUOLO" userId="d7716ecf-7856-4fbe-be0e-79ac38adf2a8" providerId="ADAL" clId="{A5CDE350-B1BD-4A76-8458-9F35AAE04819}" dt="2026-06-09T12:14:53.661" v="133" actId="5793"/>
          <ac:spMkLst>
            <pc:docMk/>
            <pc:sldMk cId="3898085943" sldId="263"/>
            <ac:spMk id="3" creationId="{1CE2FC7A-A3CF-863B-B987-349F999B34BA}"/>
          </ac:spMkLst>
        </pc:spChg>
      </pc:sldChg>
      <pc:sldChg chg="modSp mod ord">
        <pc:chgData name="LUCA CRISCUOLO" userId="d7716ecf-7856-4fbe-be0e-79ac38adf2a8" providerId="ADAL" clId="{A5CDE350-B1BD-4A76-8458-9F35AAE04819}" dt="2026-06-10T12:09:11.844" v="790"/>
        <pc:sldMkLst>
          <pc:docMk/>
          <pc:sldMk cId="1204152717" sldId="264"/>
        </pc:sldMkLst>
        <pc:spChg chg="mod">
          <ac:chgData name="LUCA CRISCUOLO" userId="d7716ecf-7856-4fbe-be0e-79ac38adf2a8" providerId="ADAL" clId="{A5CDE350-B1BD-4A76-8458-9F35AAE04819}" dt="2026-06-09T12:44:38.806" v="752" actId="20577"/>
          <ac:spMkLst>
            <pc:docMk/>
            <pc:sldMk cId="1204152717" sldId="264"/>
            <ac:spMk id="2" creationId="{C396A2D6-935E-FE69-29EF-B9111226FB5D}"/>
          </ac:spMkLst>
        </pc:spChg>
      </pc:sldChg>
      <pc:sldChg chg="addSp delSp modSp mod ord setBg">
        <pc:chgData name="LUCA CRISCUOLO" userId="d7716ecf-7856-4fbe-be0e-79ac38adf2a8" providerId="ADAL" clId="{A5CDE350-B1BD-4A76-8458-9F35AAE04819}" dt="2026-06-10T12:09:23.583" v="792"/>
        <pc:sldMkLst>
          <pc:docMk/>
          <pc:sldMk cId="3831233656" sldId="265"/>
        </pc:sldMkLst>
        <pc:spChg chg="mod">
          <ac:chgData name="LUCA CRISCUOLO" userId="d7716ecf-7856-4fbe-be0e-79ac38adf2a8" providerId="ADAL" clId="{A5CDE350-B1BD-4A76-8458-9F35AAE04819}" dt="2026-06-09T12:01:00.434" v="10" actId="26606"/>
          <ac:spMkLst>
            <pc:docMk/>
            <pc:sldMk cId="3831233656" sldId="265"/>
            <ac:spMk id="2" creationId="{44EF11C0-2E58-28A6-4356-3AAB054AB780}"/>
          </ac:spMkLst>
        </pc:spChg>
        <pc:spChg chg="mod">
          <ac:chgData name="LUCA CRISCUOLO" userId="d7716ecf-7856-4fbe-be0e-79ac38adf2a8" providerId="ADAL" clId="{A5CDE350-B1BD-4A76-8458-9F35AAE04819}" dt="2026-06-09T12:01:00.434" v="10" actId="26606"/>
          <ac:spMkLst>
            <pc:docMk/>
            <pc:sldMk cId="3831233656" sldId="265"/>
            <ac:spMk id="8" creationId="{3D9A3F5C-56E2-FB63-980A-B3107E72B29F}"/>
          </ac:spMkLst>
        </pc:spChg>
        <pc:spChg chg="del mod">
          <ac:chgData name="LUCA CRISCUOLO" userId="d7716ecf-7856-4fbe-be0e-79ac38adf2a8" providerId="ADAL" clId="{A5CDE350-B1BD-4A76-8458-9F35AAE04819}" dt="2026-06-09T12:00:57.685" v="9"/>
          <ac:spMkLst>
            <pc:docMk/>
            <pc:sldMk cId="3831233656" sldId="265"/>
            <ac:spMk id="9" creationId="{AEBFFBD1-99E2-BC2C-D1BD-DCDA18643C30}"/>
          </ac:spMkLst>
        </pc:spChg>
        <pc:spChg chg="add del mod">
          <ac:chgData name="LUCA CRISCUOLO" userId="d7716ecf-7856-4fbe-be0e-79ac38adf2a8" providerId="ADAL" clId="{A5CDE350-B1BD-4A76-8458-9F35AAE04819}" dt="2026-06-09T12:03:31.820" v="12" actId="478"/>
          <ac:spMkLst>
            <pc:docMk/>
            <pc:sldMk cId="3831233656" sldId="265"/>
            <ac:spMk id="10" creationId="{25CAC87B-4253-5E54-9A5A-AF97F65D8366}"/>
          </ac:spMkLst>
        </pc:spChg>
        <pc:spChg chg="add">
          <ac:chgData name="LUCA CRISCUOLO" userId="d7716ecf-7856-4fbe-be0e-79ac38adf2a8" providerId="ADAL" clId="{A5CDE350-B1BD-4A76-8458-9F35AAE04819}" dt="2026-06-09T12:01:00.434" v="10" actId="26606"/>
          <ac:spMkLst>
            <pc:docMk/>
            <pc:sldMk cId="3831233656" sldId="265"/>
            <ac:spMk id="15" creationId="{744CAA32-F237-419C-A2DD-43C28D920D3C}"/>
          </ac:spMkLst>
        </pc:spChg>
        <pc:picChg chg="add del mod ord">
          <ac:chgData name="LUCA CRISCUOLO" userId="d7716ecf-7856-4fbe-be0e-79ac38adf2a8" providerId="ADAL" clId="{A5CDE350-B1BD-4A76-8458-9F35AAE04819}" dt="2026-06-09T12:03:31.820" v="12" actId="478"/>
          <ac:picMkLst>
            <pc:docMk/>
            <pc:sldMk cId="3831233656" sldId="265"/>
            <ac:picMk id="4" creationId="{15F627F2-A860-A0E9-8D66-7C4503DFBEE7}"/>
          </ac:picMkLst>
        </pc:picChg>
        <pc:picChg chg="add mod">
          <ac:chgData name="LUCA CRISCUOLO" userId="d7716ecf-7856-4fbe-be0e-79ac38adf2a8" providerId="ADAL" clId="{A5CDE350-B1BD-4A76-8458-9F35AAE04819}" dt="2026-06-09T12:01:00.434" v="10" actId="26606"/>
          <ac:picMkLst>
            <pc:docMk/>
            <pc:sldMk cId="3831233656" sldId="265"/>
            <ac:picMk id="6" creationId="{3FE7428D-8500-0A6E-9247-04DDFB84E60F}"/>
          </ac:picMkLst>
        </pc:picChg>
        <pc:cxnChg chg="add">
          <ac:chgData name="LUCA CRISCUOLO" userId="d7716ecf-7856-4fbe-be0e-79ac38adf2a8" providerId="ADAL" clId="{A5CDE350-B1BD-4A76-8458-9F35AAE04819}" dt="2026-06-09T12:01:00.434" v="10" actId="26606"/>
          <ac:cxnSpMkLst>
            <pc:docMk/>
            <pc:sldMk cId="3831233656" sldId="265"/>
            <ac:cxnSpMk id="13" creationId="{118E06E4-607B-144B-382B-AD3D06B1EE8C}"/>
          </ac:cxnSpMkLst>
        </pc:cxnChg>
        <pc:cxnChg chg="add">
          <ac:chgData name="LUCA CRISCUOLO" userId="d7716ecf-7856-4fbe-be0e-79ac38adf2a8" providerId="ADAL" clId="{A5CDE350-B1BD-4A76-8458-9F35AAE04819}" dt="2026-06-09T12:01:00.434" v="10" actId="26606"/>
          <ac:cxnSpMkLst>
            <pc:docMk/>
            <pc:sldMk cId="3831233656" sldId="265"/>
            <ac:cxnSpMk id="17" creationId="{A1DB5636-7209-441D-A20B-2A24C54D5CDB}"/>
          </ac:cxnSpMkLst>
        </pc:cxnChg>
      </pc:sldChg>
      <pc:sldChg chg="addSp delSp modSp mod setBg">
        <pc:chgData name="LUCA CRISCUOLO" userId="d7716ecf-7856-4fbe-be0e-79ac38adf2a8" providerId="ADAL" clId="{A5CDE350-B1BD-4A76-8458-9F35AAE04819}" dt="2026-06-09T12:48:44.363" v="775" actId="20577"/>
        <pc:sldMkLst>
          <pc:docMk/>
          <pc:sldMk cId="2209928398" sldId="266"/>
        </pc:sldMkLst>
        <pc:spChg chg="mod">
          <ac:chgData name="LUCA CRISCUOLO" userId="d7716ecf-7856-4fbe-be0e-79ac38adf2a8" providerId="ADAL" clId="{A5CDE350-B1BD-4A76-8458-9F35AAE04819}" dt="2026-06-09T12:21:11.601" v="152" actId="26606"/>
          <ac:spMkLst>
            <pc:docMk/>
            <pc:sldMk cId="2209928398" sldId="266"/>
            <ac:spMk id="2" creationId="{5DBF60EE-B3C2-D48F-4802-08A7EB156985}"/>
          </ac:spMkLst>
        </pc:spChg>
        <pc:spChg chg="mod ord">
          <ac:chgData name="LUCA CRISCUOLO" userId="d7716ecf-7856-4fbe-be0e-79ac38adf2a8" providerId="ADAL" clId="{A5CDE350-B1BD-4A76-8458-9F35AAE04819}" dt="2026-06-09T12:48:44.363" v="775" actId="20577"/>
          <ac:spMkLst>
            <pc:docMk/>
            <pc:sldMk cId="2209928398" sldId="266"/>
            <ac:spMk id="3" creationId="{AF7A0304-D376-0883-766F-F4238DC4F8A5}"/>
          </ac:spMkLst>
        </pc:spChg>
        <pc:spChg chg="add">
          <ac:chgData name="LUCA CRISCUOLO" userId="d7716ecf-7856-4fbe-be0e-79ac38adf2a8" providerId="ADAL" clId="{A5CDE350-B1BD-4A76-8458-9F35AAE04819}" dt="2026-06-09T12:21:11.601" v="152" actId="26606"/>
          <ac:spMkLst>
            <pc:docMk/>
            <pc:sldMk cId="2209928398" sldId="266"/>
            <ac:spMk id="14" creationId="{DBDA151C-5770-45E4-AAFF-59E7F403866D}"/>
          </ac:spMkLst>
        </pc:spChg>
        <pc:picChg chg="add del">
          <ac:chgData name="LUCA CRISCUOLO" userId="d7716ecf-7856-4fbe-be0e-79ac38adf2a8" providerId="ADAL" clId="{A5CDE350-B1BD-4A76-8458-9F35AAE04819}" dt="2026-06-09T12:20:34.712" v="146" actId="22"/>
          <ac:picMkLst>
            <pc:docMk/>
            <pc:sldMk cId="2209928398" sldId="266"/>
            <ac:picMk id="5" creationId="{D89E6D22-013F-2F74-47A4-29CCCEFFB72C}"/>
          </ac:picMkLst>
        </pc:picChg>
        <pc:picChg chg="add del">
          <ac:chgData name="LUCA CRISCUOLO" userId="d7716ecf-7856-4fbe-be0e-79ac38adf2a8" providerId="ADAL" clId="{A5CDE350-B1BD-4A76-8458-9F35AAE04819}" dt="2026-06-09T12:20:59.934" v="150" actId="22"/>
          <ac:picMkLst>
            <pc:docMk/>
            <pc:sldMk cId="2209928398" sldId="266"/>
            <ac:picMk id="7" creationId="{547D7018-0FD3-7DB8-4B53-0E9CEDEDB443}"/>
          </ac:picMkLst>
        </pc:picChg>
        <pc:picChg chg="add mod">
          <ac:chgData name="LUCA CRISCUOLO" userId="d7716ecf-7856-4fbe-be0e-79ac38adf2a8" providerId="ADAL" clId="{A5CDE350-B1BD-4A76-8458-9F35AAE04819}" dt="2026-06-09T12:21:11.601" v="152" actId="26606"/>
          <ac:picMkLst>
            <pc:docMk/>
            <pc:sldMk cId="2209928398" sldId="266"/>
            <ac:picMk id="9" creationId="{1A638A2F-C57E-95E7-2F36-0257832344DE}"/>
          </ac:picMkLst>
        </pc:picChg>
        <pc:cxnChg chg="add">
          <ac:chgData name="LUCA CRISCUOLO" userId="d7716ecf-7856-4fbe-be0e-79ac38adf2a8" providerId="ADAL" clId="{A5CDE350-B1BD-4A76-8458-9F35AAE04819}" dt="2026-06-09T12:21:11.601" v="152" actId="26606"/>
          <ac:cxnSpMkLst>
            <pc:docMk/>
            <pc:sldMk cId="2209928398" sldId="266"/>
            <ac:cxnSpMk id="16" creationId="{39AA7464-1EB7-A869-C7D3-AA680BBA984A}"/>
          </ac:cxnSpMkLst>
        </pc:cxnChg>
      </pc:sldChg>
      <pc:sldChg chg="addSp modSp mod setBg">
        <pc:chgData name="LUCA CRISCUOLO" userId="d7716ecf-7856-4fbe-be0e-79ac38adf2a8" providerId="ADAL" clId="{A5CDE350-B1BD-4A76-8458-9F35AAE04819}" dt="2026-06-09T12:22:58.230" v="154" actId="26606"/>
        <pc:sldMkLst>
          <pc:docMk/>
          <pc:sldMk cId="1290566225" sldId="267"/>
        </pc:sldMkLst>
        <pc:spChg chg="mod">
          <ac:chgData name="LUCA CRISCUOLO" userId="d7716ecf-7856-4fbe-be0e-79ac38adf2a8" providerId="ADAL" clId="{A5CDE350-B1BD-4A76-8458-9F35AAE04819}" dt="2026-06-09T12:22:58.230" v="154" actId="26606"/>
          <ac:spMkLst>
            <pc:docMk/>
            <pc:sldMk cId="1290566225" sldId="267"/>
            <ac:spMk id="2" creationId="{C831BE38-B453-97A1-5F2B-4B3274FC869A}"/>
          </ac:spMkLst>
        </pc:spChg>
        <pc:spChg chg="mod ord">
          <ac:chgData name="LUCA CRISCUOLO" userId="d7716ecf-7856-4fbe-be0e-79ac38adf2a8" providerId="ADAL" clId="{A5CDE350-B1BD-4A76-8458-9F35AAE04819}" dt="2026-06-09T12:22:58.230" v="154" actId="26606"/>
          <ac:spMkLst>
            <pc:docMk/>
            <pc:sldMk cId="1290566225" sldId="267"/>
            <ac:spMk id="3" creationId="{618D1B7C-6D1B-4F50-4426-7D1BDE8E9483}"/>
          </ac:spMkLst>
        </pc:spChg>
        <pc:spChg chg="add">
          <ac:chgData name="LUCA CRISCUOLO" userId="d7716ecf-7856-4fbe-be0e-79ac38adf2a8" providerId="ADAL" clId="{A5CDE350-B1BD-4A76-8458-9F35AAE04819}" dt="2026-06-09T12:22:58.230" v="154" actId="26606"/>
          <ac:spMkLst>
            <pc:docMk/>
            <pc:sldMk cId="1290566225" sldId="267"/>
            <ac:spMk id="10" creationId="{DBDA151C-5770-45E4-AAFF-59E7F403866D}"/>
          </ac:spMkLst>
        </pc:spChg>
        <pc:picChg chg="add mod">
          <ac:chgData name="LUCA CRISCUOLO" userId="d7716ecf-7856-4fbe-be0e-79ac38adf2a8" providerId="ADAL" clId="{A5CDE350-B1BD-4A76-8458-9F35AAE04819}" dt="2026-06-09T12:22:58.230" v="154" actId="26606"/>
          <ac:picMkLst>
            <pc:docMk/>
            <pc:sldMk cId="1290566225" sldId="267"/>
            <ac:picMk id="5" creationId="{910A6243-9AED-BFBA-E469-6F9A8B5FB693}"/>
          </ac:picMkLst>
        </pc:picChg>
        <pc:cxnChg chg="add">
          <ac:chgData name="LUCA CRISCUOLO" userId="d7716ecf-7856-4fbe-be0e-79ac38adf2a8" providerId="ADAL" clId="{A5CDE350-B1BD-4A76-8458-9F35AAE04819}" dt="2026-06-09T12:22:58.230" v="154" actId="26606"/>
          <ac:cxnSpMkLst>
            <pc:docMk/>
            <pc:sldMk cId="1290566225" sldId="267"/>
            <ac:cxnSpMk id="12" creationId="{39AA7464-1EB7-A869-C7D3-AA680BBA984A}"/>
          </ac:cxnSpMkLst>
        </pc:cxnChg>
      </pc:sldChg>
      <pc:sldChg chg="addSp modSp mod setBg">
        <pc:chgData name="LUCA CRISCUOLO" userId="d7716ecf-7856-4fbe-be0e-79ac38adf2a8" providerId="ADAL" clId="{A5CDE350-B1BD-4A76-8458-9F35AAE04819}" dt="2026-06-09T12:20:46.258" v="148" actId="26606"/>
        <pc:sldMkLst>
          <pc:docMk/>
          <pc:sldMk cId="1339640611" sldId="268"/>
        </pc:sldMkLst>
        <pc:spChg chg="mod">
          <ac:chgData name="LUCA CRISCUOLO" userId="d7716ecf-7856-4fbe-be0e-79ac38adf2a8" providerId="ADAL" clId="{A5CDE350-B1BD-4A76-8458-9F35AAE04819}" dt="2026-06-09T12:20:46.258" v="148" actId="26606"/>
          <ac:spMkLst>
            <pc:docMk/>
            <pc:sldMk cId="1339640611" sldId="268"/>
            <ac:spMk id="2" creationId="{DF02C475-62CA-E76D-BFCF-E0DA51F622D2}"/>
          </ac:spMkLst>
        </pc:spChg>
        <pc:spChg chg="mod ord">
          <ac:chgData name="LUCA CRISCUOLO" userId="d7716ecf-7856-4fbe-be0e-79ac38adf2a8" providerId="ADAL" clId="{A5CDE350-B1BD-4A76-8458-9F35AAE04819}" dt="2026-06-09T12:20:46.258" v="148" actId="26606"/>
          <ac:spMkLst>
            <pc:docMk/>
            <pc:sldMk cId="1339640611" sldId="268"/>
            <ac:spMk id="3" creationId="{EDB2FBBC-BF55-92D5-832D-42089B7685C1}"/>
          </ac:spMkLst>
        </pc:spChg>
        <pc:spChg chg="add">
          <ac:chgData name="LUCA CRISCUOLO" userId="d7716ecf-7856-4fbe-be0e-79ac38adf2a8" providerId="ADAL" clId="{A5CDE350-B1BD-4A76-8458-9F35AAE04819}" dt="2026-06-09T12:20:46.258" v="148" actId="26606"/>
          <ac:spMkLst>
            <pc:docMk/>
            <pc:sldMk cId="1339640611" sldId="268"/>
            <ac:spMk id="10" creationId="{DBDA151C-5770-45E4-AAFF-59E7F403866D}"/>
          </ac:spMkLst>
        </pc:spChg>
        <pc:picChg chg="add mod">
          <ac:chgData name="LUCA CRISCUOLO" userId="d7716ecf-7856-4fbe-be0e-79ac38adf2a8" providerId="ADAL" clId="{A5CDE350-B1BD-4A76-8458-9F35AAE04819}" dt="2026-06-09T12:20:46.258" v="148" actId="26606"/>
          <ac:picMkLst>
            <pc:docMk/>
            <pc:sldMk cId="1339640611" sldId="268"/>
            <ac:picMk id="5" creationId="{24DFA069-0B3A-4A40-9393-040B16D512CD}"/>
          </ac:picMkLst>
        </pc:picChg>
        <pc:cxnChg chg="add">
          <ac:chgData name="LUCA CRISCUOLO" userId="d7716ecf-7856-4fbe-be0e-79ac38adf2a8" providerId="ADAL" clId="{A5CDE350-B1BD-4A76-8458-9F35AAE04819}" dt="2026-06-09T12:20:46.258" v="148" actId="26606"/>
          <ac:cxnSpMkLst>
            <pc:docMk/>
            <pc:sldMk cId="1339640611" sldId="268"/>
            <ac:cxnSpMk id="12" creationId="{2EA0F4A6-3CC9-C9E2-BA02-58FA29F7DD8E}"/>
          </ac:cxnSpMkLst>
        </pc:cxnChg>
      </pc:sldChg>
      <pc:sldChg chg="addSp delSp modSp mod setBg">
        <pc:chgData name="LUCA CRISCUOLO" userId="d7716ecf-7856-4fbe-be0e-79ac38adf2a8" providerId="ADAL" clId="{A5CDE350-B1BD-4A76-8458-9F35AAE04819}" dt="2026-06-09T12:24:13.090" v="158" actId="26606"/>
        <pc:sldMkLst>
          <pc:docMk/>
          <pc:sldMk cId="2963289777" sldId="269"/>
        </pc:sldMkLst>
        <pc:spChg chg="mod">
          <ac:chgData name="LUCA CRISCUOLO" userId="d7716ecf-7856-4fbe-be0e-79ac38adf2a8" providerId="ADAL" clId="{A5CDE350-B1BD-4A76-8458-9F35AAE04819}" dt="2026-06-09T12:24:13.090" v="158" actId="26606"/>
          <ac:spMkLst>
            <pc:docMk/>
            <pc:sldMk cId="2963289777" sldId="269"/>
            <ac:spMk id="2" creationId="{414420D1-A693-C450-2405-34049DC18F6D}"/>
          </ac:spMkLst>
        </pc:spChg>
        <pc:spChg chg="del">
          <ac:chgData name="LUCA CRISCUOLO" userId="d7716ecf-7856-4fbe-be0e-79ac38adf2a8" providerId="ADAL" clId="{A5CDE350-B1BD-4A76-8458-9F35AAE04819}" dt="2026-06-09T12:24:00.781" v="155"/>
          <ac:spMkLst>
            <pc:docMk/>
            <pc:sldMk cId="2963289777" sldId="269"/>
            <ac:spMk id="3" creationId="{7163F529-4F5F-430D-7C70-C79BCD938E79}"/>
          </ac:spMkLst>
        </pc:spChg>
        <pc:spChg chg="add mod ord">
          <ac:chgData name="LUCA CRISCUOLO" userId="d7716ecf-7856-4fbe-be0e-79ac38adf2a8" providerId="ADAL" clId="{A5CDE350-B1BD-4A76-8458-9F35AAE04819}" dt="2026-06-09T12:24:13.090" v="158" actId="26606"/>
          <ac:spMkLst>
            <pc:docMk/>
            <pc:sldMk cId="2963289777" sldId="269"/>
            <ac:spMk id="4" creationId="{D3DD6879-78FD-352D-827B-C3C5DA39DCCA}"/>
          </ac:spMkLst>
        </pc:spChg>
        <pc:spChg chg="add">
          <ac:chgData name="LUCA CRISCUOLO" userId="d7716ecf-7856-4fbe-be0e-79ac38adf2a8" providerId="ADAL" clId="{A5CDE350-B1BD-4A76-8458-9F35AAE04819}" dt="2026-06-09T12:24:13.090" v="158" actId="26606"/>
          <ac:spMkLst>
            <pc:docMk/>
            <pc:sldMk cId="2963289777" sldId="269"/>
            <ac:spMk id="11" creationId="{DBDA151C-5770-45E4-AAFF-59E7F403866D}"/>
          </ac:spMkLst>
        </pc:spChg>
        <pc:picChg chg="add mod">
          <ac:chgData name="LUCA CRISCUOLO" userId="d7716ecf-7856-4fbe-be0e-79ac38adf2a8" providerId="ADAL" clId="{A5CDE350-B1BD-4A76-8458-9F35AAE04819}" dt="2026-06-09T12:24:13.090" v="158" actId="26606"/>
          <ac:picMkLst>
            <pc:docMk/>
            <pc:sldMk cId="2963289777" sldId="269"/>
            <ac:picMk id="6" creationId="{97601A42-6F6F-54B7-49A3-26B24DBCCDF4}"/>
          </ac:picMkLst>
        </pc:picChg>
        <pc:cxnChg chg="add">
          <ac:chgData name="LUCA CRISCUOLO" userId="d7716ecf-7856-4fbe-be0e-79ac38adf2a8" providerId="ADAL" clId="{A5CDE350-B1BD-4A76-8458-9F35AAE04819}" dt="2026-06-09T12:24:13.090" v="158" actId="26606"/>
          <ac:cxnSpMkLst>
            <pc:docMk/>
            <pc:sldMk cId="2963289777" sldId="269"/>
            <ac:cxnSpMk id="13" creationId="{39AA7464-1EB7-A869-C7D3-AA680BBA984A}"/>
          </ac:cxnSpMkLst>
        </pc:cxnChg>
      </pc:sldChg>
      <pc:sldChg chg="addSp delSp modSp mod setBg">
        <pc:chgData name="LUCA CRISCUOLO" userId="d7716ecf-7856-4fbe-be0e-79ac38adf2a8" providerId="ADAL" clId="{A5CDE350-B1BD-4A76-8458-9F35AAE04819}" dt="2026-06-09T12:24:38.099" v="162" actId="26606"/>
        <pc:sldMkLst>
          <pc:docMk/>
          <pc:sldMk cId="2576616453" sldId="270"/>
        </pc:sldMkLst>
        <pc:spChg chg="mod">
          <ac:chgData name="LUCA CRISCUOLO" userId="d7716ecf-7856-4fbe-be0e-79ac38adf2a8" providerId="ADAL" clId="{A5CDE350-B1BD-4A76-8458-9F35AAE04819}" dt="2026-06-09T12:24:38.099" v="162" actId="26606"/>
          <ac:spMkLst>
            <pc:docMk/>
            <pc:sldMk cId="2576616453" sldId="270"/>
            <ac:spMk id="2" creationId="{568B78FF-37EB-BC8D-D6E3-655177F41D7D}"/>
          </ac:spMkLst>
        </pc:spChg>
        <pc:spChg chg="del">
          <ac:chgData name="LUCA CRISCUOLO" userId="d7716ecf-7856-4fbe-be0e-79ac38adf2a8" providerId="ADAL" clId="{A5CDE350-B1BD-4A76-8458-9F35AAE04819}" dt="2026-06-09T12:24:25.266" v="159"/>
          <ac:spMkLst>
            <pc:docMk/>
            <pc:sldMk cId="2576616453" sldId="270"/>
            <ac:spMk id="3" creationId="{3DA7ABFC-08CD-127E-D881-408163D2A30A}"/>
          </ac:spMkLst>
        </pc:spChg>
        <pc:spChg chg="add mod ord">
          <ac:chgData name="LUCA CRISCUOLO" userId="d7716ecf-7856-4fbe-be0e-79ac38adf2a8" providerId="ADAL" clId="{A5CDE350-B1BD-4A76-8458-9F35AAE04819}" dt="2026-06-09T12:24:38.099" v="162" actId="26606"/>
          <ac:spMkLst>
            <pc:docMk/>
            <pc:sldMk cId="2576616453" sldId="270"/>
            <ac:spMk id="4" creationId="{39F2E476-28CF-A148-0007-45E41E69DCFB}"/>
          </ac:spMkLst>
        </pc:spChg>
        <pc:spChg chg="add">
          <ac:chgData name="LUCA CRISCUOLO" userId="d7716ecf-7856-4fbe-be0e-79ac38adf2a8" providerId="ADAL" clId="{A5CDE350-B1BD-4A76-8458-9F35AAE04819}" dt="2026-06-09T12:24:38.099" v="162" actId="26606"/>
          <ac:spMkLst>
            <pc:docMk/>
            <pc:sldMk cId="2576616453" sldId="270"/>
            <ac:spMk id="11" creationId="{DBDA151C-5770-45E4-AAFF-59E7F403866D}"/>
          </ac:spMkLst>
        </pc:spChg>
        <pc:picChg chg="add mod">
          <ac:chgData name="LUCA CRISCUOLO" userId="d7716ecf-7856-4fbe-be0e-79ac38adf2a8" providerId="ADAL" clId="{A5CDE350-B1BD-4A76-8458-9F35AAE04819}" dt="2026-06-09T12:24:38.099" v="162" actId="26606"/>
          <ac:picMkLst>
            <pc:docMk/>
            <pc:sldMk cId="2576616453" sldId="270"/>
            <ac:picMk id="6" creationId="{B00B2193-AC73-EF8B-BE0E-1ED13091CFBB}"/>
          </ac:picMkLst>
        </pc:picChg>
        <pc:cxnChg chg="add">
          <ac:chgData name="LUCA CRISCUOLO" userId="d7716ecf-7856-4fbe-be0e-79ac38adf2a8" providerId="ADAL" clId="{A5CDE350-B1BD-4A76-8458-9F35AAE04819}" dt="2026-06-09T12:24:38.099" v="162" actId="26606"/>
          <ac:cxnSpMkLst>
            <pc:docMk/>
            <pc:sldMk cId="2576616453" sldId="270"/>
            <ac:cxnSpMk id="13" creationId="{39AA7464-1EB7-A869-C7D3-AA680BBA984A}"/>
          </ac:cxnSpMkLst>
        </pc:cxnChg>
      </pc:sldChg>
      <pc:sldChg chg="addSp delSp modSp mod setBg">
        <pc:chgData name="LUCA CRISCUOLO" userId="d7716ecf-7856-4fbe-be0e-79ac38adf2a8" providerId="ADAL" clId="{A5CDE350-B1BD-4A76-8458-9F35AAE04819}" dt="2026-06-09T12:51:46.639" v="784" actId="1076"/>
        <pc:sldMkLst>
          <pc:docMk/>
          <pc:sldMk cId="2074920430" sldId="271"/>
        </pc:sldMkLst>
        <pc:spChg chg="mod">
          <ac:chgData name="LUCA CRISCUOLO" userId="d7716ecf-7856-4fbe-be0e-79ac38adf2a8" providerId="ADAL" clId="{A5CDE350-B1BD-4A76-8458-9F35AAE04819}" dt="2026-06-09T12:51:18.447" v="779" actId="1076"/>
          <ac:spMkLst>
            <pc:docMk/>
            <pc:sldMk cId="2074920430" sldId="271"/>
            <ac:spMk id="2" creationId="{7F3FF479-497E-79D9-D228-77610B2008A0}"/>
          </ac:spMkLst>
        </pc:spChg>
        <pc:spChg chg="del">
          <ac:chgData name="LUCA CRISCUOLO" userId="d7716ecf-7856-4fbe-be0e-79ac38adf2a8" providerId="ADAL" clId="{A5CDE350-B1BD-4A76-8458-9F35AAE04819}" dt="2026-06-09T12:25:42.539" v="165"/>
          <ac:spMkLst>
            <pc:docMk/>
            <pc:sldMk cId="2074920430" sldId="271"/>
            <ac:spMk id="3" creationId="{3D8B602E-1976-EC19-4685-77C9E2D5229A}"/>
          </ac:spMkLst>
        </pc:spChg>
        <pc:spChg chg="add">
          <ac:chgData name="LUCA CRISCUOLO" userId="d7716ecf-7856-4fbe-be0e-79ac38adf2a8" providerId="ADAL" clId="{A5CDE350-B1BD-4A76-8458-9F35AAE04819}" dt="2026-06-09T12:25:49.338" v="166" actId="26606"/>
          <ac:spMkLst>
            <pc:docMk/>
            <pc:sldMk cId="2074920430" sldId="271"/>
            <ac:spMk id="14" creationId="{19F9BF86-FE94-4517-B97D-026C7515E589}"/>
          </ac:spMkLst>
        </pc:spChg>
        <pc:picChg chg="add mod ord">
          <ac:chgData name="LUCA CRISCUOLO" userId="d7716ecf-7856-4fbe-be0e-79ac38adf2a8" providerId="ADAL" clId="{A5CDE350-B1BD-4A76-8458-9F35AAE04819}" dt="2026-06-09T12:51:46.639" v="784" actId="1076"/>
          <ac:picMkLst>
            <pc:docMk/>
            <pc:sldMk cId="2074920430" sldId="271"/>
            <ac:picMk id="5" creationId="{2C544279-3F94-A759-AAFC-B0D64A1C45B9}"/>
          </ac:picMkLst>
        </pc:picChg>
        <pc:picChg chg="add mod">
          <ac:chgData name="LUCA CRISCUOLO" userId="d7716ecf-7856-4fbe-be0e-79ac38adf2a8" providerId="ADAL" clId="{A5CDE350-B1BD-4A76-8458-9F35AAE04819}" dt="2026-06-09T12:51:42.167" v="783" actId="1076"/>
          <ac:picMkLst>
            <pc:docMk/>
            <pc:sldMk cId="2074920430" sldId="271"/>
            <ac:picMk id="7" creationId="{1B3EB868-7797-C684-3839-B584698110BE}"/>
          </ac:picMkLst>
        </pc:picChg>
        <pc:cxnChg chg="add">
          <ac:chgData name="LUCA CRISCUOLO" userId="d7716ecf-7856-4fbe-be0e-79ac38adf2a8" providerId="ADAL" clId="{A5CDE350-B1BD-4A76-8458-9F35AAE04819}" dt="2026-06-09T12:25:49.338" v="166" actId="26606"/>
          <ac:cxnSpMkLst>
            <pc:docMk/>
            <pc:sldMk cId="2074920430" sldId="271"/>
            <ac:cxnSpMk id="12" creationId="{118E06E4-607B-144B-382B-AD3D06B1EE8C}"/>
          </ac:cxnSpMkLst>
        </pc:cxnChg>
      </pc:sldChg>
      <pc:sldChg chg="addSp delSp modSp mod setBg">
        <pc:chgData name="LUCA CRISCUOLO" userId="d7716ecf-7856-4fbe-be0e-79ac38adf2a8" providerId="ADAL" clId="{A5CDE350-B1BD-4A76-8458-9F35AAE04819}" dt="2026-06-10T12:13:27.527" v="810" actId="20577"/>
        <pc:sldMkLst>
          <pc:docMk/>
          <pc:sldMk cId="3540796335" sldId="272"/>
        </pc:sldMkLst>
        <pc:spChg chg="mod">
          <ac:chgData name="LUCA CRISCUOLO" userId="d7716ecf-7856-4fbe-be0e-79ac38adf2a8" providerId="ADAL" clId="{A5CDE350-B1BD-4A76-8458-9F35AAE04819}" dt="2026-06-09T12:26:22.888" v="171" actId="26606"/>
          <ac:spMkLst>
            <pc:docMk/>
            <pc:sldMk cId="3540796335" sldId="272"/>
            <ac:spMk id="2" creationId="{62860277-233D-7F4C-A232-D0DDD31284C9}"/>
          </ac:spMkLst>
        </pc:spChg>
        <pc:spChg chg="del mod">
          <ac:chgData name="LUCA CRISCUOLO" userId="d7716ecf-7856-4fbe-be0e-79ac38adf2a8" providerId="ADAL" clId="{A5CDE350-B1BD-4A76-8458-9F35AAE04819}" dt="2026-06-09T12:26:09.862" v="168"/>
          <ac:spMkLst>
            <pc:docMk/>
            <pc:sldMk cId="3540796335" sldId="272"/>
            <ac:spMk id="3" creationId="{7B694154-C8B5-E509-B1A7-C9E2E2F30610}"/>
          </ac:spMkLst>
        </pc:spChg>
        <pc:spChg chg="add mod ord">
          <ac:chgData name="LUCA CRISCUOLO" userId="d7716ecf-7856-4fbe-be0e-79ac38adf2a8" providerId="ADAL" clId="{A5CDE350-B1BD-4A76-8458-9F35AAE04819}" dt="2026-06-10T12:13:27.527" v="810" actId="20577"/>
          <ac:spMkLst>
            <pc:docMk/>
            <pc:sldMk cId="3540796335" sldId="272"/>
            <ac:spMk id="4" creationId="{1178F90A-6529-F053-294D-AA7C6BD6519B}"/>
          </ac:spMkLst>
        </pc:spChg>
        <pc:spChg chg="add">
          <ac:chgData name="LUCA CRISCUOLO" userId="d7716ecf-7856-4fbe-be0e-79ac38adf2a8" providerId="ADAL" clId="{A5CDE350-B1BD-4A76-8458-9F35AAE04819}" dt="2026-06-09T12:26:22.888" v="171" actId="26606"/>
          <ac:spMkLst>
            <pc:docMk/>
            <pc:sldMk cId="3540796335" sldId="272"/>
            <ac:spMk id="11" creationId="{DBDA151C-5770-45E4-AAFF-59E7F403866D}"/>
          </ac:spMkLst>
        </pc:spChg>
        <pc:picChg chg="add mod">
          <ac:chgData name="LUCA CRISCUOLO" userId="d7716ecf-7856-4fbe-be0e-79ac38adf2a8" providerId="ADAL" clId="{A5CDE350-B1BD-4A76-8458-9F35AAE04819}" dt="2026-06-09T12:26:22.888" v="171" actId="26606"/>
          <ac:picMkLst>
            <pc:docMk/>
            <pc:sldMk cId="3540796335" sldId="272"/>
            <ac:picMk id="6" creationId="{52639447-1F78-3E6B-E11D-E1C225560C7F}"/>
          </ac:picMkLst>
        </pc:picChg>
        <pc:cxnChg chg="add">
          <ac:chgData name="LUCA CRISCUOLO" userId="d7716ecf-7856-4fbe-be0e-79ac38adf2a8" providerId="ADAL" clId="{A5CDE350-B1BD-4A76-8458-9F35AAE04819}" dt="2026-06-09T12:26:22.888" v="171" actId="26606"/>
          <ac:cxnSpMkLst>
            <pc:docMk/>
            <pc:sldMk cId="3540796335" sldId="272"/>
            <ac:cxnSpMk id="13" creationId="{2EA0F4A6-3CC9-C9E2-BA02-58FA29F7DD8E}"/>
          </ac:cxnSpMkLst>
        </pc:cxnChg>
      </pc:sldChg>
      <pc:sldChg chg="addSp modSp mod modClrScheme chgLayout">
        <pc:chgData name="LUCA CRISCUOLO" userId="d7716ecf-7856-4fbe-be0e-79ac38adf2a8" providerId="ADAL" clId="{A5CDE350-B1BD-4A76-8458-9F35AAE04819}" dt="2026-06-09T12:29:53.307" v="180" actId="5793"/>
        <pc:sldMkLst>
          <pc:docMk/>
          <pc:sldMk cId="3808716457" sldId="273"/>
        </pc:sldMkLst>
        <pc:spChg chg="mod ord">
          <ac:chgData name="LUCA CRISCUOLO" userId="d7716ecf-7856-4fbe-be0e-79ac38adf2a8" providerId="ADAL" clId="{A5CDE350-B1BD-4A76-8458-9F35AAE04819}" dt="2026-06-09T12:29:42.358" v="178" actId="20577"/>
          <ac:spMkLst>
            <pc:docMk/>
            <pc:sldMk cId="3808716457" sldId="273"/>
            <ac:spMk id="2" creationId="{8A4A9B50-6E9D-33B4-26CB-BE9B3A44551C}"/>
          </ac:spMkLst>
        </pc:spChg>
        <pc:spChg chg="mod ord">
          <ac:chgData name="LUCA CRISCUOLO" userId="d7716ecf-7856-4fbe-be0e-79ac38adf2a8" providerId="ADAL" clId="{A5CDE350-B1BD-4A76-8458-9F35AAE04819}" dt="2026-06-09T12:29:50.196" v="179" actId="5793"/>
          <ac:spMkLst>
            <pc:docMk/>
            <pc:sldMk cId="3808716457" sldId="273"/>
            <ac:spMk id="3" creationId="{7BF76F3D-04FD-75D1-18E7-4B71020E5FD9}"/>
          </ac:spMkLst>
        </pc:spChg>
        <pc:spChg chg="add mod ord">
          <ac:chgData name="LUCA CRISCUOLO" userId="d7716ecf-7856-4fbe-be0e-79ac38adf2a8" providerId="ADAL" clId="{A5CDE350-B1BD-4A76-8458-9F35AAE04819}" dt="2026-06-09T12:29:53.307" v="180" actId="5793"/>
          <ac:spMkLst>
            <pc:docMk/>
            <pc:sldMk cId="3808716457" sldId="273"/>
            <ac:spMk id="4" creationId="{4D3B77C7-ACCA-D967-C42A-1E8FA679CA5E}"/>
          </ac:spMkLst>
        </pc:spChg>
      </pc:sldChg>
      <pc:sldChg chg="addSp modSp new mod">
        <pc:chgData name="LUCA CRISCUOLO" userId="d7716ecf-7856-4fbe-be0e-79ac38adf2a8" providerId="ADAL" clId="{A5CDE350-B1BD-4A76-8458-9F35AAE04819}" dt="2026-06-09T12:40:28.340" v="718" actId="20577"/>
        <pc:sldMkLst>
          <pc:docMk/>
          <pc:sldMk cId="2449215706" sldId="274"/>
        </pc:sldMkLst>
        <pc:spChg chg="mod">
          <ac:chgData name="LUCA CRISCUOLO" userId="d7716ecf-7856-4fbe-be0e-79ac38adf2a8" providerId="ADAL" clId="{A5CDE350-B1BD-4A76-8458-9F35AAE04819}" dt="2026-06-09T12:32:04.935" v="413" actId="20577"/>
          <ac:spMkLst>
            <pc:docMk/>
            <pc:sldMk cId="2449215706" sldId="274"/>
            <ac:spMk id="2" creationId="{490423A0-27C0-1944-7818-CA861F02D06B}"/>
          </ac:spMkLst>
        </pc:spChg>
        <pc:spChg chg="mod">
          <ac:chgData name="LUCA CRISCUOLO" userId="d7716ecf-7856-4fbe-be0e-79ac38adf2a8" providerId="ADAL" clId="{A5CDE350-B1BD-4A76-8458-9F35AAE04819}" dt="2026-06-09T12:30:43.113" v="188" actId="14100"/>
          <ac:spMkLst>
            <pc:docMk/>
            <pc:sldMk cId="2449215706" sldId="274"/>
            <ac:spMk id="3" creationId="{5145D9E5-FFA6-AA2B-FE53-C4A46AC500E3}"/>
          </ac:spMkLst>
        </pc:spChg>
        <pc:spChg chg="mod">
          <ac:chgData name="LUCA CRISCUOLO" userId="d7716ecf-7856-4fbe-be0e-79ac38adf2a8" providerId="ADAL" clId="{A5CDE350-B1BD-4A76-8458-9F35AAE04819}" dt="2026-06-09T12:30:54.312" v="190" actId="14100"/>
          <ac:spMkLst>
            <pc:docMk/>
            <pc:sldMk cId="2449215706" sldId="274"/>
            <ac:spMk id="4" creationId="{12B8D1A1-DC80-A916-E9EB-89B20C95BE65}"/>
          </ac:spMkLst>
        </pc:spChg>
        <pc:spChg chg="add mod">
          <ac:chgData name="LUCA CRISCUOLO" userId="d7716ecf-7856-4fbe-be0e-79ac38adf2a8" providerId="ADAL" clId="{A5CDE350-B1BD-4A76-8458-9F35AAE04819}" dt="2026-06-09T12:40:28.340" v="718" actId="20577"/>
          <ac:spMkLst>
            <pc:docMk/>
            <pc:sldMk cId="2449215706" sldId="274"/>
            <ac:spMk id="5" creationId="{4E8297F3-2B32-9A14-8224-FE6F5AAC8AE0}"/>
          </ac:spMkLst>
        </pc:spChg>
        <pc:spChg chg="add mod">
          <ac:chgData name="LUCA CRISCUOLO" userId="d7716ecf-7856-4fbe-be0e-79ac38adf2a8" providerId="ADAL" clId="{A5CDE350-B1BD-4A76-8458-9F35AAE04819}" dt="2026-06-09T12:40:08.291" v="712" actId="20577"/>
          <ac:spMkLst>
            <pc:docMk/>
            <pc:sldMk cId="2449215706" sldId="274"/>
            <ac:spMk id="6" creationId="{73CBC3AB-EDA7-EAA7-D9FE-CB08B9F0DCB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734AED-ECD8-49D7-BAB6-501CC7A88F07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242BA80A-FF28-49C1-9E1D-A4F6D1A9D5E9}">
      <dgm:prSet/>
      <dgm:spPr/>
      <dgm:t>
        <a:bodyPr/>
        <a:lstStyle/>
        <a:p>
          <a:r>
            <a:rPr lang="it-IT"/>
            <a:t>Gate 1: Semantic textual validation and target token anchoring. </a:t>
          </a:r>
          <a:endParaRPr lang="en-US"/>
        </a:p>
      </dgm:t>
    </dgm:pt>
    <dgm:pt modelId="{2D625A57-3E14-4AD5-AB2C-B8FC772CBB65}" type="parTrans" cxnId="{0D0A85C4-8737-44C8-91EE-4162869E9213}">
      <dgm:prSet/>
      <dgm:spPr/>
      <dgm:t>
        <a:bodyPr/>
        <a:lstStyle/>
        <a:p>
          <a:endParaRPr lang="en-US"/>
        </a:p>
      </dgm:t>
    </dgm:pt>
    <dgm:pt modelId="{3CFAF013-72BD-4B91-8DC2-7562F4E904E9}" type="sibTrans" cxnId="{0D0A85C4-8737-44C8-91EE-4162869E9213}">
      <dgm:prSet/>
      <dgm:spPr/>
      <dgm:t>
        <a:bodyPr/>
        <a:lstStyle/>
        <a:p>
          <a:endParaRPr lang="en-US"/>
        </a:p>
      </dgm:t>
    </dgm:pt>
    <dgm:pt modelId="{3730908F-2D6F-444C-BEA6-7E37B40C23CD}">
      <dgm:prSet/>
      <dgm:spPr/>
      <dgm:t>
        <a:bodyPr/>
        <a:lstStyle/>
        <a:p>
          <a:r>
            <a:rPr lang="it-IT"/>
            <a:t>Gate 2: Core focus extraction using K-Means energy clustering. </a:t>
          </a:r>
          <a:endParaRPr lang="en-US"/>
        </a:p>
      </dgm:t>
    </dgm:pt>
    <dgm:pt modelId="{C8A5B0BF-514F-458F-9553-0D10ADB7C1C8}" type="parTrans" cxnId="{33809AE9-FCB2-4B74-8A9E-10D067E93FBF}">
      <dgm:prSet/>
      <dgm:spPr/>
      <dgm:t>
        <a:bodyPr/>
        <a:lstStyle/>
        <a:p>
          <a:endParaRPr lang="en-US"/>
        </a:p>
      </dgm:t>
    </dgm:pt>
    <dgm:pt modelId="{63D84F4C-14E0-4FD0-855D-04555C7EC50C}" type="sibTrans" cxnId="{33809AE9-FCB2-4B74-8A9E-10D067E93FBF}">
      <dgm:prSet/>
      <dgm:spPr/>
      <dgm:t>
        <a:bodyPr/>
        <a:lstStyle/>
        <a:p>
          <a:endParaRPr lang="en-US"/>
        </a:p>
      </dgm:t>
    </dgm:pt>
    <dgm:pt modelId="{82668C0B-5AC6-421B-B756-10022E5C2077}">
      <dgm:prSet/>
      <dgm:spPr/>
      <dgm:t>
        <a:bodyPr/>
        <a:lstStyle/>
        <a:p>
          <a:r>
            <a:rPr lang="it-IT" dirty="0"/>
            <a:t>Gate 3: </a:t>
          </a:r>
          <a:r>
            <a:rPr lang="it-IT" dirty="0" err="1"/>
            <a:t>Topological</a:t>
          </a:r>
          <a:r>
            <a:rPr lang="it-IT" dirty="0"/>
            <a:t> </a:t>
          </a:r>
          <a:r>
            <a:rPr lang="it-IT" dirty="0" err="1"/>
            <a:t>distractor</a:t>
          </a:r>
          <a:r>
            <a:rPr lang="it-IT" dirty="0"/>
            <a:t> filtering and </a:t>
          </a:r>
          <a:r>
            <a:rPr lang="it-IT" dirty="0" err="1"/>
            <a:t>geometric</a:t>
          </a:r>
          <a:r>
            <a:rPr lang="it-IT" dirty="0"/>
            <a:t> </a:t>
          </a:r>
          <a:r>
            <a:rPr lang="it-IT" dirty="0" err="1"/>
            <a:t>centroid</a:t>
          </a:r>
          <a:r>
            <a:rPr lang="it-IT" dirty="0"/>
            <a:t> </a:t>
          </a:r>
          <a:r>
            <a:rPr lang="it-IT" dirty="0" err="1"/>
            <a:t>validation</a:t>
          </a:r>
          <a:r>
            <a:rPr lang="it-IT" dirty="0"/>
            <a:t>. </a:t>
          </a:r>
          <a:endParaRPr lang="en-US" dirty="0"/>
        </a:p>
      </dgm:t>
    </dgm:pt>
    <dgm:pt modelId="{946203B0-615A-4548-9FD4-4BD3D762169A}" type="parTrans" cxnId="{CA40B27F-9D31-4833-971A-BDA6AE9DEFC1}">
      <dgm:prSet/>
      <dgm:spPr/>
      <dgm:t>
        <a:bodyPr/>
        <a:lstStyle/>
        <a:p>
          <a:endParaRPr lang="en-US"/>
        </a:p>
      </dgm:t>
    </dgm:pt>
    <dgm:pt modelId="{14A3E6A2-F7A3-4002-988C-F68D14A20C9A}" type="sibTrans" cxnId="{CA40B27F-9D31-4833-971A-BDA6AE9DEFC1}">
      <dgm:prSet/>
      <dgm:spPr/>
      <dgm:t>
        <a:bodyPr/>
        <a:lstStyle/>
        <a:p>
          <a:endParaRPr lang="en-US"/>
        </a:p>
      </dgm:t>
    </dgm:pt>
    <dgm:pt modelId="{3E345268-CA34-4904-81D7-AB5D7AE111A0}">
      <dgm:prSet/>
      <dgm:spPr/>
      <dgm:t>
        <a:bodyPr/>
        <a:lstStyle/>
        <a:p>
          <a:r>
            <a:rPr lang="it-IT"/>
            <a:t>Gate 4: Visual confidence verification via Target-to-Background Ratio. </a:t>
          </a:r>
          <a:endParaRPr lang="en-US"/>
        </a:p>
      </dgm:t>
    </dgm:pt>
    <dgm:pt modelId="{0E6D40FE-0920-4AF3-AE3D-3AA778EACE99}" type="parTrans" cxnId="{E1C02C41-929D-4BDB-B90A-9343DEC77D57}">
      <dgm:prSet/>
      <dgm:spPr/>
      <dgm:t>
        <a:bodyPr/>
        <a:lstStyle/>
        <a:p>
          <a:endParaRPr lang="en-US"/>
        </a:p>
      </dgm:t>
    </dgm:pt>
    <dgm:pt modelId="{B3985595-232E-4881-B637-342DB6B4FAA8}" type="sibTrans" cxnId="{E1C02C41-929D-4BDB-B90A-9343DEC77D57}">
      <dgm:prSet/>
      <dgm:spPr/>
      <dgm:t>
        <a:bodyPr/>
        <a:lstStyle/>
        <a:p>
          <a:endParaRPr lang="en-US"/>
        </a:p>
      </dgm:t>
    </dgm:pt>
    <dgm:pt modelId="{6C9FB757-1104-4903-B22B-FF379C1163C2}" type="pres">
      <dgm:prSet presAssocID="{38734AED-ECD8-49D7-BAB6-501CC7A88F07}" presName="linear" presStyleCnt="0">
        <dgm:presLayoutVars>
          <dgm:animLvl val="lvl"/>
          <dgm:resizeHandles val="exact"/>
        </dgm:presLayoutVars>
      </dgm:prSet>
      <dgm:spPr/>
    </dgm:pt>
    <dgm:pt modelId="{841D8FAF-FFB2-4B57-B2E2-4595A6162D3C}" type="pres">
      <dgm:prSet presAssocID="{242BA80A-FF28-49C1-9E1D-A4F6D1A9D5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08FD158-731B-4FD1-9156-12DB15ABB381}" type="pres">
      <dgm:prSet presAssocID="{3CFAF013-72BD-4B91-8DC2-7562F4E904E9}" presName="spacer" presStyleCnt="0"/>
      <dgm:spPr/>
    </dgm:pt>
    <dgm:pt modelId="{A4399389-D735-4AF9-8A0D-FEB7ACB73365}" type="pres">
      <dgm:prSet presAssocID="{3730908F-2D6F-444C-BEA6-7E37B40C23C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54AE5BB-BA8D-4251-BB66-FDC7EE30BE81}" type="pres">
      <dgm:prSet presAssocID="{63D84F4C-14E0-4FD0-855D-04555C7EC50C}" presName="spacer" presStyleCnt="0"/>
      <dgm:spPr/>
    </dgm:pt>
    <dgm:pt modelId="{05046553-A08E-4645-8AB5-E040414C15BE}" type="pres">
      <dgm:prSet presAssocID="{82668C0B-5AC6-421B-B756-10022E5C207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9953C32-49AA-490A-A9B9-8A36F6B774A3}" type="pres">
      <dgm:prSet presAssocID="{14A3E6A2-F7A3-4002-988C-F68D14A20C9A}" presName="spacer" presStyleCnt="0"/>
      <dgm:spPr/>
    </dgm:pt>
    <dgm:pt modelId="{24BA8054-1CDF-4962-9335-62BF373FEB01}" type="pres">
      <dgm:prSet presAssocID="{3E345268-CA34-4904-81D7-AB5D7AE111A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4ED0827-6BF5-4490-9C09-44CF6547B62F}" type="presOf" srcId="{242BA80A-FF28-49C1-9E1D-A4F6D1A9D5E9}" destId="{841D8FAF-FFB2-4B57-B2E2-4595A6162D3C}" srcOrd="0" destOrd="0" presId="urn:microsoft.com/office/officeart/2005/8/layout/vList2"/>
    <dgm:cxn modelId="{0EC70961-F234-40E3-9789-EA0B96F4FC19}" type="presOf" srcId="{3730908F-2D6F-444C-BEA6-7E37B40C23CD}" destId="{A4399389-D735-4AF9-8A0D-FEB7ACB73365}" srcOrd="0" destOrd="0" presId="urn:microsoft.com/office/officeart/2005/8/layout/vList2"/>
    <dgm:cxn modelId="{E1C02C41-929D-4BDB-B90A-9343DEC77D57}" srcId="{38734AED-ECD8-49D7-BAB6-501CC7A88F07}" destId="{3E345268-CA34-4904-81D7-AB5D7AE111A0}" srcOrd="3" destOrd="0" parTransId="{0E6D40FE-0920-4AF3-AE3D-3AA778EACE99}" sibTransId="{B3985595-232E-4881-B637-342DB6B4FAA8}"/>
    <dgm:cxn modelId="{2F097844-03F5-4E80-BE0D-647EE55E247E}" type="presOf" srcId="{38734AED-ECD8-49D7-BAB6-501CC7A88F07}" destId="{6C9FB757-1104-4903-B22B-FF379C1163C2}" srcOrd="0" destOrd="0" presId="urn:microsoft.com/office/officeart/2005/8/layout/vList2"/>
    <dgm:cxn modelId="{633A3465-1C62-471D-B790-C4FD3F6F2E62}" type="presOf" srcId="{82668C0B-5AC6-421B-B756-10022E5C2077}" destId="{05046553-A08E-4645-8AB5-E040414C15BE}" srcOrd="0" destOrd="0" presId="urn:microsoft.com/office/officeart/2005/8/layout/vList2"/>
    <dgm:cxn modelId="{CA40B27F-9D31-4833-971A-BDA6AE9DEFC1}" srcId="{38734AED-ECD8-49D7-BAB6-501CC7A88F07}" destId="{82668C0B-5AC6-421B-B756-10022E5C2077}" srcOrd="2" destOrd="0" parTransId="{946203B0-615A-4548-9FD4-4BD3D762169A}" sibTransId="{14A3E6A2-F7A3-4002-988C-F68D14A20C9A}"/>
    <dgm:cxn modelId="{0D0A85C4-8737-44C8-91EE-4162869E9213}" srcId="{38734AED-ECD8-49D7-BAB6-501CC7A88F07}" destId="{242BA80A-FF28-49C1-9E1D-A4F6D1A9D5E9}" srcOrd="0" destOrd="0" parTransId="{2D625A57-3E14-4AD5-AB2C-B8FC772CBB65}" sibTransId="{3CFAF013-72BD-4B91-8DC2-7562F4E904E9}"/>
    <dgm:cxn modelId="{33809AE9-FCB2-4B74-8A9E-10D067E93FBF}" srcId="{38734AED-ECD8-49D7-BAB6-501CC7A88F07}" destId="{3730908F-2D6F-444C-BEA6-7E37B40C23CD}" srcOrd="1" destOrd="0" parTransId="{C8A5B0BF-514F-458F-9553-0D10ADB7C1C8}" sibTransId="{63D84F4C-14E0-4FD0-855D-04555C7EC50C}"/>
    <dgm:cxn modelId="{E6A807F8-9591-447A-B961-6EAB6527A9C8}" type="presOf" srcId="{3E345268-CA34-4904-81D7-AB5D7AE111A0}" destId="{24BA8054-1CDF-4962-9335-62BF373FEB01}" srcOrd="0" destOrd="0" presId="urn:microsoft.com/office/officeart/2005/8/layout/vList2"/>
    <dgm:cxn modelId="{B75BC9A8-E88D-4BA8-BCF3-F25E56FEB8E6}" type="presParOf" srcId="{6C9FB757-1104-4903-B22B-FF379C1163C2}" destId="{841D8FAF-FFB2-4B57-B2E2-4595A6162D3C}" srcOrd="0" destOrd="0" presId="urn:microsoft.com/office/officeart/2005/8/layout/vList2"/>
    <dgm:cxn modelId="{F8D892AB-7C0A-41BE-B8F8-1E5A3871E251}" type="presParOf" srcId="{6C9FB757-1104-4903-B22B-FF379C1163C2}" destId="{408FD158-731B-4FD1-9156-12DB15ABB381}" srcOrd="1" destOrd="0" presId="urn:microsoft.com/office/officeart/2005/8/layout/vList2"/>
    <dgm:cxn modelId="{E8123ADA-467C-4298-BB47-82898BC70286}" type="presParOf" srcId="{6C9FB757-1104-4903-B22B-FF379C1163C2}" destId="{A4399389-D735-4AF9-8A0D-FEB7ACB73365}" srcOrd="2" destOrd="0" presId="urn:microsoft.com/office/officeart/2005/8/layout/vList2"/>
    <dgm:cxn modelId="{1D912F10-BEC1-45E9-BC72-759C44356AA2}" type="presParOf" srcId="{6C9FB757-1104-4903-B22B-FF379C1163C2}" destId="{E54AE5BB-BA8D-4251-BB66-FDC7EE30BE81}" srcOrd="3" destOrd="0" presId="urn:microsoft.com/office/officeart/2005/8/layout/vList2"/>
    <dgm:cxn modelId="{BF5A6944-D12D-4557-A7F9-1D9F0247F4BB}" type="presParOf" srcId="{6C9FB757-1104-4903-B22B-FF379C1163C2}" destId="{05046553-A08E-4645-8AB5-E040414C15BE}" srcOrd="4" destOrd="0" presId="urn:microsoft.com/office/officeart/2005/8/layout/vList2"/>
    <dgm:cxn modelId="{B42C2023-9A36-4DF7-BA28-1769974B7E40}" type="presParOf" srcId="{6C9FB757-1104-4903-B22B-FF379C1163C2}" destId="{49953C32-49AA-490A-A9B9-8A36F6B774A3}" srcOrd="5" destOrd="0" presId="urn:microsoft.com/office/officeart/2005/8/layout/vList2"/>
    <dgm:cxn modelId="{09E38625-CB49-4071-A6CB-BE6EC44640BD}" type="presParOf" srcId="{6C9FB757-1104-4903-B22B-FF379C1163C2}" destId="{24BA8054-1CDF-4962-9335-62BF373FEB0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22AB5B-BD27-4243-A9B7-B4BE30636E33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7FB2EE5-F6D9-4CCB-BC74-8964D1DB6378}">
      <dgm:prSet/>
      <dgm:spPr/>
      <dgm:t>
        <a:bodyPr/>
        <a:lstStyle/>
        <a:p>
          <a:r>
            <a:rPr lang="it-IT" dirty="0" err="1"/>
            <a:t>Binary</a:t>
          </a:r>
          <a:r>
            <a:rPr lang="it-IT" dirty="0"/>
            <a:t> VQA:</a:t>
          </a:r>
          <a:br>
            <a:rPr lang="it-IT" dirty="0"/>
          </a:br>
          <a:r>
            <a:rPr lang="it-IT" dirty="0"/>
            <a:t> Direct Yes/No queries </a:t>
          </a:r>
          <a:r>
            <a:rPr lang="it-IT" dirty="0" err="1"/>
            <a:t>establishing</a:t>
          </a:r>
          <a:r>
            <a:rPr lang="it-IT" dirty="0"/>
            <a:t> a fast baseline. </a:t>
          </a:r>
          <a:endParaRPr lang="en-US" dirty="0"/>
        </a:p>
      </dgm:t>
    </dgm:pt>
    <dgm:pt modelId="{A323B514-9A6F-4B00-88DE-64A27BF7F10E}" type="parTrans" cxnId="{E600E958-AC30-4D6D-B07B-CC953F099BA9}">
      <dgm:prSet/>
      <dgm:spPr/>
      <dgm:t>
        <a:bodyPr/>
        <a:lstStyle/>
        <a:p>
          <a:endParaRPr lang="en-US"/>
        </a:p>
      </dgm:t>
    </dgm:pt>
    <dgm:pt modelId="{D8EB075B-B51D-42BD-B6B5-D9BEF67A90FB}" type="sibTrans" cxnId="{E600E958-AC30-4D6D-B07B-CC953F099BA9}">
      <dgm:prSet/>
      <dgm:spPr/>
      <dgm:t>
        <a:bodyPr/>
        <a:lstStyle/>
        <a:p>
          <a:endParaRPr lang="en-US"/>
        </a:p>
      </dgm:t>
    </dgm:pt>
    <dgm:pt modelId="{5DCD64B4-DCD5-4BEC-B821-BED8B84CFA4F}">
      <dgm:prSet/>
      <dgm:spPr/>
      <dgm:t>
        <a:bodyPr/>
        <a:lstStyle/>
        <a:p>
          <a:r>
            <a:rPr lang="it-IT" dirty="0" err="1"/>
            <a:t>Spatial</a:t>
          </a:r>
          <a:r>
            <a:rPr lang="it-IT" dirty="0"/>
            <a:t> CoT:</a:t>
          </a:r>
          <a:br>
            <a:rPr lang="it-IT" dirty="0"/>
          </a:br>
          <a:r>
            <a:rPr lang="it-IT" dirty="0" err="1"/>
            <a:t>Step-by-step</a:t>
          </a:r>
          <a:r>
            <a:rPr lang="it-IT" dirty="0"/>
            <a:t> </a:t>
          </a:r>
          <a:r>
            <a:rPr lang="it-IT" dirty="0" err="1"/>
            <a:t>sequential</a:t>
          </a:r>
          <a:r>
            <a:rPr lang="it-IT" dirty="0"/>
            <a:t> </a:t>
          </a:r>
          <a:r>
            <a:rPr lang="it-IT" dirty="0" err="1"/>
            <a:t>reasoning</a:t>
          </a:r>
          <a:r>
            <a:rPr lang="it-IT" dirty="0"/>
            <a:t> </a:t>
          </a:r>
          <a:r>
            <a:rPr lang="it-IT" dirty="0" err="1"/>
            <a:t>acting</a:t>
          </a:r>
          <a:r>
            <a:rPr lang="it-IT" dirty="0"/>
            <a:t> </a:t>
          </a:r>
          <a:r>
            <a:rPr lang="it-IT" dirty="0" err="1"/>
            <a:t>as</a:t>
          </a:r>
          <a:r>
            <a:rPr lang="it-IT" dirty="0"/>
            <a:t> an </a:t>
          </a:r>
          <a:r>
            <a:rPr lang="it-IT" dirty="0" err="1"/>
            <a:t>attention</a:t>
          </a:r>
          <a:r>
            <a:rPr lang="it-IT" dirty="0"/>
            <a:t> </a:t>
          </a:r>
          <a:r>
            <a:rPr lang="it-IT" dirty="0" err="1"/>
            <a:t>regularizer</a:t>
          </a:r>
          <a:r>
            <a:rPr lang="it-IT" dirty="0"/>
            <a:t>. </a:t>
          </a:r>
          <a:endParaRPr lang="en-US" dirty="0"/>
        </a:p>
      </dgm:t>
    </dgm:pt>
    <dgm:pt modelId="{3DD963ED-225E-4645-8818-58F3B31D8CE7}" type="parTrans" cxnId="{1686597C-962F-4EB3-BD37-A37FEB859277}">
      <dgm:prSet/>
      <dgm:spPr/>
      <dgm:t>
        <a:bodyPr/>
        <a:lstStyle/>
        <a:p>
          <a:endParaRPr lang="en-US"/>
        </a:p>
      </dgm:t>
    </dgm:pt>
    <dgm:pt modelId="{C3CC6D33-176C-463B-9443-B152B2691806}" type="sibTrans" cxnId="{1686597C-962F-4EB3-BD37-A37FEB859277}">
      <dgm:prSet/>
      <dgm:spPr/>
      <dgm:t>
        <a:bodyPr/>
        <a:lstStyle/>
        <a:p>
          <a:endParaRPr lang="en-US"/>
        </a:p>
      </dgm:t>
    </dgm:pt>
    <dgm:pt modelId="{95CD6875-68F4-4E22-B79C-C8B1B5ED369E}">
      <dgm:prSet/>
      <dgm:spPr/>
      <dgm:t>
        <a:bodyPr/>
        <a:lstStyle/>
        <a:p>
          <a:r>
            <a:rPr lang="it-IT"/>
            <a:t>Multiple Choice (MCQ): Discriminative selection against explicit semantic distractors. </a:t>
          </a:r>
          <a:endParaRPr lang="en-US"/>
        </a:p>
      </dgm:t>
    </dgm:pt>
    <dgm:pt modelId="{802E138C-CACC-4508-97FD-27DDA5231FC6}" type="parTrans" cxnId="{92912101-B783-44D0-8F8A-7A566CF3D2F0}">
      <dgm:prSet/>
      <dgm:spPr/>
      <dgm:t>
        <a:bodyPr/>
        <a:lstStyle/>
        <a:p>
          <a:endParaRPr lang="en-US"/>
        </a:p>
      </dgm:t>
    </dgm:pt>
    <dgm:pt modelId="{1D02AD83-5A1D-43A8-BDB4-643F3BEC080E}" type="sibTrans" cxnId="{92912101-B783-44D0-8F8A-7A566CF3D2F0}">
      <dgm:prSet/>
      <dgm:spPr/>
      <dgm:t>
        <a:bodyPr/>
        <a:lstStyle/>
        <a:p>
          <a:endParaRPr lang="en-US"/>
        </a:p>
      </dgm:t>
    </dgm:pt>
    <dgm:pt modelId="{BBD00CBC-C5E0-49CA-A002-FEC20CEC0DDE}" type="pres">
      <dgm:prSet presAssocID="{D122AB5B-BD27-4243-A9B7-B4BE30636E3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EDBBD8C-B63D-487F-9904-407ADF06E193}" type="pres">
      <dgm:prSet presAssocID="{97FB2EE5-F6D9-4CCB-BC74-8964D1DB6378}" presName="hierRoot1" presStyleCnt="0"/>
      <dgm:spPr/>
    </dgm:pt>
    <dgm:pt modelId="{F7DD3B91-9662-48F1-A2DC-5FF74A184B8B}" type="pres">
      <dgm:prSet presAssocID="{97FB2EE5-F6D9-4CCB-BC74-8964D1DB6378}" presName="composite" presStyleCnt="0"/>
      <dgm:spPr/>
    </dgm:pt>
    <dgm:pt modelId="{B5D1477F-6D91-40A5-B981-628B497761BE}" type="pres">
      <dgm:prSet presAssocID="{97FB2EE5-F6D9-4CCB-BC74-8964D1DB6378}" presName="background" presStyleLbl="node0" presStyleIdx="0" presStyleCnt="3"/>
      <dgm:spPr/>
    </dgm:pt>
    <dgm:pt modelId="{293F19A2-EBD7-4DE7-AA4F-6EAE01359B59}" type="pres">
      <dgm:prSet presAssocID="{97FB2EE5-F6D9-4CCB-BC74-8964D1DB6378}" presName="text" presStyleLbl="fgAcc0" presStyleIdx="0" presStyleCnt="3">
        <dgm:presLayoutVars>
          <dgm:chPref val="3"/>
        </dgm:presLayoutVars>
      </dgm:prSet>
      <dgm:spPr/>
    </dgm:pt>
    <dgm:pt modelId="{802E5226-B2F7-46BB-B3C6-3FDA9792F455}" type="pres">
      <dgm:prSet presAssocID="{97FB2EE5-F6D9-4CCB-BC74-8964D1DB6378}" presName="hierChild2" presStyleCnt="0"/>
      <dgm:spPr/>
    </dgm:pt>
    <dgm:pt modelId="{7E643D54-EFA1-419D-98D5-69AD2B615A06}" type="pres">
      <dgm:prSet presAssocID="{5DCD64B4-DCD5-4BEC-B821-BED8B84CFA4F}" presName="hierRoot1" presStyleCnt="0"/>
      <dgm:spPr/>
    </dgm:pt>
    <dgm:pt modelId="{5FCF35F8-A648-4580-8499-8AC8B7BEDD86}" type="pres">
      <dgm:prSet presAssocID="{5DCD64B4-DCD5-4BEC-B821-BED8B84CFA4F}" presName="composite" presStyleCnt="0"/>
      <dgm:spPr/>
    </dgm:pt>
    <dgm:pt modelId="{D8590602-1C5D-4041-A7A1-A55403094BDF}" type="pres">
      <dgm:prSet presAssocID="{5DCD64B4-DCD5-4BEC-B821-BED8B84CFA4F}" presName="background" presStyleLbl="node0" presStyleIdx="1" presStyleCnt="3"/>
      <dgm:spPr/>
    </dgm:pt>
    <dgm:pt modelId="{C00E5129-1409-428D-A747-F3FDFF6547F0}" type="pres">
      <dgm:prSet presAssocID="{5DCD64B4-DCD5-4BEC-B821-BED8B84CFA4F}" presName="text" presStyleLbl="fgAcc0" presStyleIdx="1" presStyleCnt="3">
        <dgm:presLayoutVars>
          <dgm:chPref val="3"/>
        </dgm:presLayoutVars>
      </dgm:prSet>
      <dgm:spPr/>
    </dgm:pt>
    <dgm:pt modelId="{DD2D97A6-83E6-437F-9892-FBAD44505CB5}" type="pres">
      <dgm:prSet presAssocID="{5DCD64B4-DCD5-4BEC-B821-BED8B84CFA4F}" presName="hierChild2" presStyleCnt="0"/>
      <dgm:spPr/>
    </dgm:pt>
    <dgm:pt modelId="{7D8896D9-697B-42F0-B3D7-9EC039590956}" type="pres">
      <dgm:prSet presAssocID="{95CD6875-68F4-4E22-B79C-C8B1B5ED369E}" presName="hierRoot1" presStyleCnt="0"/>
      <dgm:spPr/>
    </dgm:pt>
    <dgm:pt modelId="{F9C7DF4D-4A3E-4CE2-BCCE-DB380BF61309}" type="pres">
      <dgm:prSet presAssocID="{95CD6875-68F4-4E22-B79C-C8B1B5ED369E}" presName="composite" presStyleCnt="0"/>
      <dgm:spPr/>
    </dgm:pt>
    <dgm:pt modelId="{44596820-0D61-4BF1-B0F7-24A2DA3AE101}" type="pres">
      <dgm:prSet presAssocID="{95CD6875-68F4-4E22-B79C-C8B1B5ED369E}" presName="background" presStyleLbl="node0" presStyleIdx="2" presStyleCnt="3"/>
      <dgm:spPr/>
    </dgm:pt>
    <dgm:pt modelId="{845D3094-4B00-4F76-B346-A84C6B937201}" type="pres">
      <dgm:prSet presAssocID="{95CD6875-68F4-4E22-B79C-C8B1B5ED369E}" presName="text" presStyleLbl="fgAcc0" presStyleIdx="2" presStyleCnt="3">
        <dgm:presLayoutVars>
          <dgm:chPref val="3"/>
        </dgm:presLayoutVars>
      </dgm:prSet>
      <dgm:spPr/>
    </dgm:pt>
    <dgm:pt modelId="{CB6E5CBB-EB63-46EE-9D00-E11C69AC7202}" type="pres">
      <dgm:prSet presAssocID="{95CD6875-68F4-4E22-B79C-C8B1B5ED369E}" presName="hierChild2" presStyleCnt="0"/>
      <dgm:spPr/>
    </dgm:pt>
  </dgm:ptLst>
  <dgm:cxnLst>
    <dgm:cxn modelId="{92912101-B783-44D0-8F8A-7A566CF3D2F0}" srcId="{D122AB5B-BD27-4243-A9B7-B4BE30636E33}" destId="{95CD6875-68F4-4E22-B79C-C8B1B5ED369E}" srcOrd="2" destOrd="0" parTransId="{802E138C-CACC-4508-97FD-27DDA5231FC6}" sibTransId="{1D02AD83-5A1D-43A8-BDB4-643F3BEC080E}"/>
    <dgm:cxn modelId="{EEE1245D-BC8C-4F14-9EDB-460030626287}" type="presOf" srcId="{5DCD64B4-DCD5-4BEC-B821-BED8B84CFA4F}" destId="{C00E5129-1409-428D-A747-F3FDFF6547F0}" srcOrd="0" destOrd="0" presId="urn:microsoft.com/office/officeart/2005/8/layout/hierarchy1"/>
    <dgm:cxn modelId="{E600E958-AC30-4D6D-B07B-CC953F099BA9}" srcId="{D122AB5B-BD27-4243-A9B7-B4BE30636E33}" destId="{97FB2EE5-F6D9-4CCB-BC74-8964D1DB6378}" srcOrd="0" destOrd="0" parTransId="{A323B514-9A6F-4B00-88DE-64A27BF7F10E}" sibTransId="{D8EB075B-B51D-42BD-B6B5-D9BEF67A90FB}"/>
    <dgm:cxn modelId="{1686597C-962F-4EB3-BD37-A37FEB859277}" srcId="{D122AB5B-BD27-4243-A9B7-B4BE30636E33}" destId="{5DCD64B4-DCD5-4BEC-B821-BED8B84CFA4F}" srcOrd="1" destOrd="0" parTransId="{3DD963ED-225E-4645-8818-58F3B31D8CE7}" sibTransId="{C3CC6D33-176C-463B-9443-B152B2691806}"/>
    <dgm:cxn modelId="{DED17F8C-4516-4433-ACDF-E666B8239AF6}" type="presOf" srcId="{95CD6875-68F4-4E22-B79C-C8B1B5ED369E}" destId="{845D3094-4B00-4F76-B346-A84C6B937201}" srcOrd="0" destOrd="0" presId="urn:microsoft.com/office/officeart/2005/8/layout/hierarchy1"/>
    <dgm:cxn modelId="{196CEAE8-C5D5-4D2C-AA24-3092F8821EA2}" type="presOf" srcId="{97FB2EE5-F6D9-4CCB-BC74-8964D1DB6378}" destId="{293F19A2-EBD7-4DE7-AA4F-6EAE01359B59}" srcOrd="0" destOrd="0" presId="urn:microsoft.com/office/officeart/2005/8/layout/hierarchy1"/>
    <dgm:cxn modelId="{0965CAED-B75B-4FAE-A21C-D10D8B44CFB2}" type="presOf" srcId="{D122AB5B-BD27-4243-A9B7-B4BE30636E33}" destId="{BBD00CBC-C5E0-49CA-A002-FEC20CEC0DDE}" srcOrd="0" destOrd="0" presId="urn:microsoft.com/office/officeart/2005/8/layout/hierarchy1"/>
    <dgm:cxn modelId="{162591DB-9BD4-48E9-8003-030B62C2F10D}" type="presParOf" srcId="{BBD00CBC-C5E0-49CA-A002-FEC20CEC0DDE}" destId="{3EDBBD8C-B63D-487F-9904-407ADF06E193}" srcOrd="0" destOrd="0" presId="urn:microsoft.com/office/officeart/2005/8/layout/hierarchy1"/>
    <dgm:cxn modelId="{0AE8FD1C-5E6F-4696-ABDE-DA0B24C756D5}" type="presParOf" srcId="{3EDBBD8C-B63D-487F-9904-407ADF06E193}" destId="{F7DD3B91-9662-48F1-A2DC-5FF74A184B8B}" srcOrd="0" destOrd="0" presId="urn:microsoft.com/office/officeart/2005/8/layout/hierarchy1"/>
    <dgm:cxn modelId="{9CF276A9-D21C-418F-91C3-C07D3C5B740E}" type="presParOf" srcId="{F7DD3B91-9662-48F1-A2DC-5FF74A184B8B}" destId="{B5D1477F-6D91-40A5-B981-628B497761BE}" srcOrd="0" destOrd="0" presId="urn:microsoft.com/office/officeart/2005/8/layout/hierarchy1"/>
    <dgm:cxn modelId="{F13FA411-9095-4E3D-AC15-B812B6F11ED9}" type="presParOf" srcId="{F7DD3B91-9662-48F1-A2DC-5FF74A184B8B}" destId="{293F19A2-EBD7-4DE7-AA4F-6EAE01359B59}" srcOrd="1" destOrd="0" presId="urn:microsoft.com/office/officeart/2005/8/layout/hierarchy1"/>
    <dgm:cxn modelId="{661E298C-F327-48C3-B52F-23E92D46F75C}" type="presParOf" srcId="{3EDBBD8C-B63D-487F-9904-407ADF06E193}" destId="{802E5226-B2F7-46BB-B3C6-3FDA9792F455}" srcOrd="1" destOrd="0" presId="urn:microsoft.com/office/officeart/2005/8/layout/hierarchy1"/>
    <dgm:cxn modelId="{DE238D89-0C2D-4281-89FD-4A7850770E26}" type="presParOf" srcId="{BBD00CBC-C5E0-49CA-A002-FEC20CEC0DDE}" destId="{7E643D54-EFA1-419D-98D5-69AD2B615A06}" srcOrd="1" destOrd="0" presId="urn:microsoft.com/office/officeart/2005/8/layout/hierarchy1"/>
    <dgm:cxn modelId="{AA41CD4E-03AD-4C23-9BB3-64A6E4A25A20}" type="presParOf" srcId="{7E643D54-EFA1-419D-98D5-69AD2B615A06}" destId="{5FCF35F8-A648-4580-8499-8AC8B7BEDD86}" srcOrd="0" destOrd="0" presId="urn:microsoft.com/office/officeart/2005/8/layout/hierarchy1"/>
    <dgm:cxn modelId="{3D2B1E16-03C8-4E9C-86AB-0383D39E55B2}" type="presParOf" srcId="{5FCF35F8-A648-4580-8499-8AC8B7BEDD86}" destId="{D8590602-1C5D-4041-A7A1-A55403094BDF}" srcOrd="0" destOrd="0" presId="urn:microsoft.com/office/officeart/2005/8/layout/hierarchy1"/>
    <dgm:cxn modelId="{2564BA08-35DC-4F31-92BC-5E26E96E379E}" type="presParOf" srcId="{5FCF35F8-A648-4580-8499-8AC8B7BEDD86}" destId="{C00E5129-1409-428D-A747-F3FDFF6547F0}" srcOrd="1" destOrd="0" presId="urn:microsoft.com/office/officeart/2005/8/layout/hierarchy1"/>
    <dgm:cxn modelId="{21F29F63-CEF0-43A2-AC7E-C14C7828A3D1}" type="presParOf" srcId="{7E643D54-EFA1-419D-98D5-69AD2B615A06}" destId="{DD2D97A6-83E6-437F-9892-FBAD44505CB5}" srcOrd="1" destOrd="0" presId="urn:microsoft.com/office/officeart/2005/8/layout/hierarchy1"/>
    <dgm:cxn modelId="{3E35FF48-E987-4580-9ABD-B1BA28B5D15A}" type="presParOf" srcId="{BBD00CBC-C5E0-49CA-A002-FEC20CEC0DDE}" destId="{7D8896D9-697B-42F0-B3D7-9EC039590956}" srcOrd="2" destOrd="0" presId="urn:microsoft.com/office/officeart/2005/8/layout/hierarchy1"/>
    <dgm:cxn modelId="{90A60AD5-C0C8-4BA5-973E-9420B6959C3B}" type="presParOf" srcId="{7D8896D9-697B-42F0-B3D7-9EC039590956}" destId="{F9C7DF4D-4A3E-4CE2-BCCE-DB380BF61309}" srcOrd="0" destOrd="0" presId="urn:microsoft.com/office/officeart/2005/8/layout/hierarchy1"/>
    <dgm:cxn modelId="{1333082E-9ACF-49AA-AE06-438D9E6737C3}" type="presParOf" srcId="{F9C7DF4D-4A3E-4CE2-BCCE-DB380BF61309}" destId="{44596820-0D61-4BF1-B0F7-24A2DA3AE101}" srcOrd="0" destOrd="0" presId="urn:microsoft.com/office/officeart/2005/8/layout/hierarchy1"/>
    <dgm:cxn modelId="{9140C54E-F208-48A0-9CBB-8CD62B6ADEE8}" type="presParOf" srcId="{F9C7DF4D-4A3E-4CE2-BCCE-DB380BF61309}" destId="{845D3094-4B00-4F76-B346-A84C6B937201}" srcOrd="1" destOrd="0" presId="urn:microsoft.com/office/officeart/2005/8/layout/hierarchy1"/>
    <dgm:cxn modelId="{6F2B57DF-C0B2-4057-A223-75661D30C6EB}" type="presParOf" srcId="{7D8896D9-697B-42F0-B3D7-9EC039590956}" destId="{CB6E5CBB-EB63-46EE-9D00-E11C69AC720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1D8FAF-FFB2-4B57-B2E2-4595A6162D3C}">
      <dsp:nvSpPr>
        <dsp:cNvPr id="0" name=""/>
        <dsp:cNvSpPr/>
      </dsp:nvSpPr>
      <dsp:spPr>
        <a:xfrm>
          <a:off x="0" y="30639"/>
          <a:ext cx="6479357" cy="11536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Gate 1: Semantic textual validation and target token anchoring. </a:t>
          </a:r>
          <a:endParaRPr lang="en-US" sz="2900" kern="1200"/>
        </a:p>
      </dsp:txBody>
      <dsp:txXfrm>
        <a:off x="56315" y="86954"/>
        <a:ext cx="6366727" cy="1040990"/>
      </dsp:txXfrm>
    </dsp:sp>
    <dsp:sp modelId="{A4399389-D735-4AF9-8A0D-FEB7ACB73365}">
      <dsp:nvSpPr>
        <dsp:cNvPr id="0" name=""/>
        <dsp:cNvSpPr/>
      </dsp:nvSpPr>
      <dsp:spPr>
        <a:xfrm>
          <a:off x="0" y="1267779"/>
          <a:ext cx="6479357" cy="1153620"/>
        </a:xfrm>
        <a:prstGeom prst="roundRect">
          <a:avLst/>
        </a:prstGeom>
        <a:solidFill>
          <a:schemeClr val="accent5">
            <a:hueOff val="3003598"/>
            <a:satOff val="-7513"/>
            <a:lumOff val="-81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Gate 2: Core focus extraction using K-Means energy clustering. </a:t>
          </a:r>
          <a:endParaRPr lang="en-US" sz="2900" kern="1200"/>
        </a:p>
      </dsp:txBody>
      <dsp:txXfrm>
        <a:off x="56315" y="1324094"/>
        <a:ext cx="6366727" cy="1040990"/>
      </dsp:txXfrm>
    </dsp:sp>
    <dsp:sp modelId="{05046553-A08E-4645-8AB5-E040414C15BE}">
      <dsp:nvSpPr>
        <dsp:cNvPr id="0" name=""/>
        <dsp:cNvSpPr/>
      </dsp:nvSpPr>
      <dsp:spPr>
        <a:xfrm>
          <a:off x="0" y="2504918"/>
          <a:ext cx="6479357" cy="1153620"/>
        </a:xfrm>
        <a:prstGeom prst="roundRect">
          <a:avLst/>
        </a:prstGeom>
        <a:solidFill>
          <a:schemeClr val="accent5">
            <a:hueOff val="6007196"/>
            <a:satOff val="-15026"/>
            <a:lumOff val="-1634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 dirty="0"/>
            <a:t>Gate 3: </a:t>
          </a:r>
          <a:r>
            <a:rPr lang="it-IT" sz="2900" kern="1200" dirty="0" err="1"/>
            <a:t>Topological</a:t>
          </a:r>
          <a:r>
            <a:rPr lang="it-IT" sz="2900" kern="1200" dirty="0"/>
            <a:t> </a:t>
          </a:r>
          <a:r>
            <a:rPr lang="it-IT" sz="2900" kern="1200" dirty="0" err="1"/>
            <a:t>distractor</a:t>
          </a:r>
          <a:r>
            <a:rPr lang="it-IT" sz="2900" kern="1200" dirty="0"/>
            <a:t> filtering and </a:t>
          </a:r>
          <a:r>
            <a:rPr lang="it-IT" sz="2900" kern="1200" dirty="0" err="1"/>
            <a:t>geometric</a:t>
          </a:r>
          <a:r>
            <a:rPr lang="it-IT" sz="2900" kern="1200" dirty="0"/>
            <a:t> </a:t>
          </a:r>
          <a:r>
            <a:rPr lang="it-IT" sz="2900" kern="1200" dirty="0" err="1"/>
            <a:t>centroid</a:t>
          </a:r>
          <a:r>
            <a:rPr lang="it-IT" sz="2900" kern="1200" dirty="0"/>
            <a:t> </a:t>
          </a:r>
          <a:r>
            <a:rPr lang="it-IT" sz="2900" kern="1200" dirty="0" err="1"/>
            <a:t>validation</a:t>
          </a:r>
          <a:r>
            <a:rPr lang="it-IT" sz="2900" kern="1200" dirty="0"/>
            <a:t>. </a:t>
          </a:r>
          <a:endParaRPr lang="en-US" sz="2900" kern="1200" dirty="0"/>
        </a:p>
      </dsp:txBody>
      <dsp:txXfrm>
        <a:off x="56315" y="2561233"/>
        <a:ext cx="6366727" cy="1040990"/>
      </dsp:txXfrm>
    </dsp:sp>
    <dsp:sp modelId="{24BA8054-1CDF-4962-9335-62BF373FEB01}">
      <dsp:nvSpPr>
        <dsp:cNvPr id="0" name=""/>
        <dsp:cNvSpPr/>
      </dsp:nvSpPr>
      <dsp:spPr>
        <a:xfrm>
          <a:off x="0" y="3742059"/>
          <a:ext cx="6479357" cy="1153620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900" kern="1200"/>
            <a:t>Gate 4: Visual confidence verification via Target-to-Background Ratio. </a:t>
          </a:r>
          <a:endParaRPr lang="en-US" sz="2900" kern="1200"/>
        </a:p>
      </dsp:txBody>
      <dsp:txXfrm>
        <a:off x="56315" y="3798374"/>
        <a:ext cx="6366727" cy="104099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D1477F-6D91-40A5-B981-628B497761BE}">
      <dsp:nvSpPr>
        <dsp:cNvPr id="0" name=""/>
        <dsp:cNvSpPr/>
      </dsp:nvSpPr>
      <dsp:spPr>
        <a:xfrm>
          <a:off x="0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3F19A2-EBD7-4DE7-AA4F-6EAE01359B59}">
      <dsp:nvSpPr>
        <dsp:cNvPr id="0" name=""/>
        <dsp:cNvSpPr/>
      </dsp:nvSpPr>
      <dsp:spPr>
        <a:xfrm>
          <a:off x="340341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Binary</a:t>
          </a:r>
          <a:r>
            <a:rPr lang="it-IT" sz="2200" kern="1200" dirty="0"/>
            <a:t> VQA:</a:t>
          </a:r>
          <a:br>
            <a:rPr lang="it-IT" sz="2200" kern="1200" dirty="0"/>
          </a:br>
          <a:r>
            <a:rPr lang="it-IT" sz="2200" kern="1200" dirty="0"/>
            <a:t> Direct Yes/No queries </a:t>
          </a:r>
          <a:r>
            <a:rPr lang="it-IT" sz="2200" kern="1200" dirty="0" err="1"/>
            <a:t>establishing</a:t>
          </a:r>
          <a:r>
            <a:rPr lang="it-IT" sz="2200" kern="1200" dirty="0"/>
            <a:t> a fast baseline. </a:t>
          </a:r>
          <a:endParaRPr lang="en-US" sz="2200" kern="1200" dirty="0"/>
        </a:p>
      </dsp:txBody>
      <dsp:txXfrm>
        <a:off x="397310" y="1115536"/>
        <a:ext cx="2949135" cy="1831113"/>
      </dsp:txXfrm>
    </dsp:sp>
    <dsp:sp modelId="{D8590602-1C5D-4041-A7A1-A55403094BDF}">
      <dsp:nvSpPr>
        <dsp:cNvPr id="0" name=""/>
        <dsp:cNvSpPr/>
      </dsp:nvSpPr>
      <dsp:spPr>
        <a:xfrm>
          <a:off x="3743756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0E5129-1409-428D-A747-F3FDFF6547F0}">
      <dsp:nvSpPr>
        <dsp:cNvPr id="0" name=""/>
        <dsp:cNvSpPr/>
      </dsp:nvSpPr>
      <dsp:spPr>
        <a:xfrm>
          <a:off x="4084098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 err="1"/>
            <a:t>Spatial</a:t>
          </a:r>
          <a:r>
            <a:rPr lang="it-IT" sz="2200" kern="1200" dirty="0"/>
            <a:t> CoT:</a:t>
          </a:r>
          <a:br>
            <a:rPr lang="it-IT" sz="2200" kern="1200" dirty="0"/>
          </a:br>
          <a:r>
            <a:rPr lang="it-IT" sz="2200" kern="1200" dirty="0" err="1"/>
            <a:t>Step-by-step</a:t>
          </a:r>
          <a:r>
            <a:rPr lang="it-IT" sz="2200" kern="1200" dirty="0"/>
            <a:t> </a:t>
          </a:r>
          <a:r>
            <a:rPr lang="it-IT" sz="2200" kern="1200" dirty="0" err="1"/>
            <a:t>sequential</a:t>
          </a:r>
          <a:r>
            <a:rPr lang="it-IT" sz="2200" kern="1200" dirty="0"/>
            <a:t> </a:t>
          </a:r>
          <a:r>
            <a:rPr lang="it-IT" sz="2200" kern="1200" dirty="0" err="1"/>
            <a:t>reasoning</a:t>
          </a:r>
          <a:r>
            <a:rPr lang="it-IT" sz="2200" kern="1200" dirty="0"/>
            <a:t> </a:t>
          </a:r>
          <a:r>
            <a:rPr lang="it-IT" sz="2200" kern="1200" dirty="0" err="1"/>
            <a:t>acting</a:t>
          </a:r>
          <a:r>
            <a:rPr lang="it-IT" sz="2200" kern="1200" dirty="0"/>
            <a:t> </a:t>
          </a:r>
          <a:r>
            <a:rPr lang="it-IT" sz="2200" kern="1200" dirty="0" err="1"/>
            <a:t>as</a:t>
          </a:r>
          <a:r>
            <a:rPr lang="it-IT" sz="2200" kern="1200" dirty="0"/>
            <a:t> an </a:t>
          </a:r>
          <a:r>
            <a:rPr lang="it-IT" sz="2200" kern="1200" dirty="0" err="1"/>
            <a:t>attention</a:t>
          </a:r>
          <a:r>
            <a:rPr lang="it-IT" sz="2200" kern="1200" dirty="0"/>
            <a:t> </a:t>
          </a:r>
          <a:r>
            <a:rPr lang="it-IT" sz="2200" kern="1200" dirty="0" err="1"/>
            <a:t>regularizer</a:t>
          </a:r>
          <a:r>
            <a:rPr lang="it-IT" sz="2200" kern="1200" dirty="0"/>
            <a:t>. </a:t>
          </a:r>
          <a:endParaRPr lang="en-US" sz="2200" kern="1200" dirty="0"/>
        </a:p>
      </dsp:txBody>
      <dsp:txXfrm>
        <a:off x="4141067" y="1115536"/>
        <a:ext cx="2949135" cy="1831113"/>
      </dsp:txXfrm>
    </dsp:sp>
    <dsp:sp modelId="{44596820-0D61-4BF1-B0F7-24A2DA3AE101}">
      <dsp:nvSpPr>
        <dsp:cNvPr id="0" name=""/>
        <dsp:cNvSpPr/>
      </dsp:nvSpPr>
      <dsp:spPr>
        <a:xfrm>
          <a:off x="7487513" y="735243"/>
          <a:ext cx="3063073" cy="19450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5D3094-4B00-4F76-B346-A84C6B937201}">
      <dsp:nvSpPr>
        <dsp:cNvPr id="0" name=""/>
        <dsp:cNvSpPr/>
      </dsp:nvSpPr>
      <dsp:spPr>
        <a:xfrm>
          <a:off x="7827855" y="1058567"/>
          <a:ext cx="3063073" cy="194505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/>
            <a:t>Multiple Choice (MCQ): Discriminative selection against explicit semantic distractors. </a:t>
          </a:r>
          <a:endParaRPr lang="en-US" sz="2200" kern="1200"/>
        </a:p>
      </dsp:txBody>
      <dsp:txXfrm>
        <a:off x="7884824" y="1115536"/>
        <a:ext cx="2949135" cy="18311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8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23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30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29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47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88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763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63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16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85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45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EC0D83D-AA12-7342-E0D4-405472D498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7528" y="1032764"/>
            <a:ext cx="4308672" cy="3224045"/>
          </a:xfrm>
        </p:spPr>
        <p:txBody>
          <a:bodyPr anchor="b">
            <a:normAutofit/>
          </a:bodyPr>
          <a:lstStyle/>
          <a:p>
            <a:r>
              <a:rPr lang="it-IT" sz="6000" dirty="0"/>
              <a:t>XAI in </a:t>
            </a:r>
            <a:r>
              <a:rPr lang="it-IT" sz="6000"/>
              <a:t>Critical Systems</a:t>
            </a:r>
            <a:endParaRPr lang="it-IT" sz="6000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631F8B9-FC8D-37E8-FF12-3DAAAA8E9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5756" y="5046281"/>
            <a:ext cx="4308672" cy="1172408"/>
          </a:xfrm>
        </p:spPr>
        <p:txBody>
          <a:bodyPr anchor="t">
            <a:normAutofit/>
          </a:bodyPr>
          <a:lstStyle/>
          <a:p>
            <a:r>
              <a:rPr lang="it-IT" dirty="0"/>
              <a:t>Criscuolo Luca NF22500077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F8AE2-3128-779D-99A7-38C074CD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30" r="9484" b="2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A391F1-4B2C-521B-F6A5-52C74B303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675848" y="47115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051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FCE4719-DA73-DEE0-1C15-76EAAA70A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MLLMs and the "Clever Hans" </a:t>
            </a:r>
            <a:r>
              <a:rPr lang="it-IT" dirty="0" err="1"/>
              <a:t>Effect</a:t>
            </a: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E53DEA6-D4A3-4ABC-738D-7E1C62903B4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/>
              <a:t>High scores on </a:t>
            </a:r>
            <a:r>
              <a:rPr lang="it-IT" dirty="0" err="1"/>
              <a:t>traditional</a:t>
            </a:r>
            <a:r>
              <a:rPr lang="it-IT" dirty="0"/>
              <a:t> VQA </a:t>
            </a:r>
            <a:r>
              <a:rPr lang="it-IT" dirty="0" err="1"/>
              <a:t>benchmarks</a:t>
            </a:r>
            <a:r>
              <a:rPr lang="it-IT" dirty="0"/>
              <a:t> can be </a:t>
            </a:r>
            <a:r>
              <a:rPr lang="it-IT" dirty="0" err="1"/>
              <a:t>misleading</a:t>
            </a:r>
            <a:r>
              <a:rPr lang="it-IT" dirty="0"/>
              <a:t>. </a:t>
            </a:r>
          </a:p>
          <a:p>
            <a:r>
              <a:rPr lang="it-IT" dirty="0"/>
              <a:t>Models exploit </a:t>
            </a:r>
            <a:r>
              <a:rPr lang="it-IT" dirty="0" err="1"/>
              <a:t>superficial</a:t>
            </a:r>
            <a:r>
              <a:rPr lang="it-IT" dirty="0"/>
              <a:t> patterns and </a:t>
            </a:r>
            <a:r>
              <a:rPr lang="it-IT" dirty="0" err="1"/>
              <a:t>textual</a:t>
            </a:r>
            <a:r>
              <a:rPr lang="it-IT" dirty="0"/>
              <a:t> prompt </a:t>
            </a:r>
            <a:r>
              <a:rPr lang="it-IT" dirty="0" err="1"/>
              <a:t>biases</a:t>
            </a:r>
            <a:r>
              <a:rPr lang="it-IT" dirty="0"/>
              <a:t>. </a:t>
            </a:r>
          </a:p>
          <a:p>
            <a:r>
              <a:rPr lang="it-IT" dirty="0" err="1"/>
              <a:t>Correct</a:t>
            </a:r>
            <a:r>
              <a:rPr lang="it-IT" dirty="0"/>
              <a:t> </a:t>
            </a:r>
            <a:r>
              <a:rPr lang="it-IT" dirty="0" err="1"/>
              <a:t>answers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bypass </a:t>
            </a:r>
            <a:r>
              <a:rPr lang="it-IT" dirty="0" err="1"/>
              <a:t>actual</a:t>
            </a:r>
            <a:r>
              <a:rPr lang="it-IT" dirty="0"/>
              <a:t> visual </a:t>
            </a:r>
            <a:r>
              <a:rPr lang="it-IT" dirty="0" err="1"/>
              <a:t>recognition</a:t>
            </a:r>
            <a:r>
              <a:rPr lang="it-IT" dirty="0"/>
              <a:t> capabilities. </a:t>
            </a:r>
          </a:p>
          <a:p>
            <a:r>
              <a:rPr lang="it-IT" dirty="0"/>
              <a:t>"Clever Hans" </a:t>
            </a:r>
            <a:r>
              <a:rPr lang="it-IT" dirty="0" err="1"/>
              <a:t>effect</a:t>
            </a:r>
            <a:r>
              <a:rPr lang="it-IT" dirty="0"/>
              <a:t>: </a:t>
            </a:r>
            <a:r>
              <a:rPr lang="it-IT" dirty="0" err="1"/>
              <a:t>confirming</a:t>
            </a:r>
            <a:r>
              <a:rPr lang="it-IT" dirty="0"/>
              <a:t> </a:t>
            </a:r>
            <a:r>
              <a:rPr lang="it-IT" dirty="0" err="1"/>
              <a:t>objects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</a:t>
            </a:r>
            <a:r>
              <a:rPr lang="it-IT" dirty="0" err="1"/>
              <a:t>actually</a:t>
            </a:r>
            <a:r>
              <a:rPr lang="it-IT" dirty="0"/>
              <a:t> seeing </a:t>
            </a:r>
            <a:r>
              <a:rPr lang="it-IT" dirty="0" err="1"/>
              <a:t>them</a:t>
            </a:r>
            <a:r>
              <a:rPr lang="it-IT" dirty="0"/>
              <a:t>. </a:t>
            </a:r>
          </a:p>
          <a:p>
            <a:endParaRPr lang="it-IT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6E2858C5-5080-E729-99E1-6FA2BCD183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18250" y="2993446"/>
            <a:ext cx="5213350" cy="2845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7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2AAC9B-8AE5-2595-B245-3F69AAD11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638251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Token Activation Maps (TAM)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DB5636-7209-441D-A20B-2A24C54D5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53AE193-17D3-2889-027C-4919BB4128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236"/>
            <a:ext cx="6382512" cy="366468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/>
              <a:t>Map linguistic tokens back to the physical pixel space.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Phase 1: Project visual features onto token classifier weights.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Phase 2 (ECI): Subtract contextual interference from preceding tokens.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Phase 3 (RGF): Non-linear filter preserving sharp object boundaries.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Result: A clean, causally grounded footprint of visual attention. </a:t>
            </a:r>
          </a:p>
          <a:p>
            <a:pPr>
              <a:lnSpc>
                <a:spcPct val="110000"/>
              </a:lnSpc>
            </a:pPr>
            <a:endParaRPr lang="en-US" sz="19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1A2712-CEB0-0595-FD6E-B16E1241EC1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/>
          <a:stretch>
            <a:fillRect/>
          </a:stretch>
        </p:blipFill>
        <p:spPr>
          <a:xfrm>
            <a:off x="7810504" y="1"/>
            <a:ext cx="4381494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DDA8FB-6C76-1269-60DE-FD0BE53906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4" r="3716"/>
          <a:stretch>
            <a:fillRect/>
          </a:stretch>
        </p:blipFill>
        <p:spPr>
          <a:xfrm>
            <a:off x="7810505" y="3429000"/>
            <a:ext cx="438149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7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F02BDFF-04C4-B0D7-2F8D-00E91DC3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it-IT" dirty="0"/>
              <a:t>The 4-Gate </a:t>
            </a:r>
            <a:r>
              <a:rPr lang="it-IT"/>
              <a:t>Validation</a:t>
            </a:r>
            <a:r>
              <a:rPr lang="it-IT" dirty="0"/>
              <a:t> Framework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Segnaposto contenuto 2">
            <a:extLst>
              <a:ext uri="{FF2B5EF4-FFF2-40B4-BE49-F238E27FC236}">
                <a16:creationId xmlns:a16="http://schemas.microsoft.com/office/drawing/2014/main" id="{AB08DAFC-3064-EB6C-1B1B-B55B463686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774929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69562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350895-ED11-2E13-411A-FB71AC49F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Gate 1: Text </a:t>
            </a:r>
            <a:r>
              <a:rPr lang="it-IT" dirty="0" err="1"/>
              <a:t>analysis</a:t>
            </a:r>
            <a:endParaRPr lang="it-IT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456DC-0C32-671E-751C-F900F51FF8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it-IT" b="1" dirty="0" err="1"/>
              <a:t>Heuristic</a:t>
            </a:r>
            <a:r>
              <a:rPr lang="it-IT" b="1" dirty="0"/>
              <a:t> Parser:</a:t>
            </a:r>
            <a:r>
              <a:rPr lang="it-IT" dirty="0"/>
              <a:t> Case-insensitive rule-</a:t>
            </a:r>
            <a:r>
              <a:rPr lang="it-IT" dirty="0" err="1"/>
              <a:t>based</a:t>
            </a:r>
            <a:r>
              <a:rPr lang="it-IT" dirty="0"/>
              <a:t> </a:t>
            </a:r>
            <a:r>
              <a:rPr lang="it-IT" dirty="0" err="1"/>
              <a:t>engine</a:t>
            </a:r>
            <a:r>
              <a:rPr lang="it-IT" dirty="0"/>
              <a:t> </a:t>
            </a:r>
            <a:r>
              <a:rPr lang="it-IT" dirty="0" err="1"/>
              <a:t>ensures</a:t>
            </a:r>
            <a:r>
              <a:rPr lang="it-IT" dirty="0"/>
              <a:t> </a:t>
            </a:r>
            <a:r>
              <a:rPr lang="it-IT" dirty="0" err="1"/>
              <a:t>linguistic</a:t>
            </a:r>
            <a:r>
              <a:rPr lang="it-IT" dirty="0"/>
              <a:t> success.</a:t>
            </a:r>
          </a:p>
          <a:p>
            <a:r>
              <a:rPr lang="it-IT" b="1" dirty="0" err="1"/>
              <a:t>Negation</a:t>
            </a:r>
            <a:r>
              <a:rPr lang="it-IT" b="1" dirty="0"/>
              <a:t> </a:t>
            </a:r>
            <a:r>
              <a:rPr lang="it-IT" b="1" dirty="0" err="1"/>
              <a:t>Detection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Enforces</a:t>
            </a:r>
            <a:r>
              <a:rPr lang="it-IT" dirty="0"/>
              <a:t> a </a:t>
            </a:r>
            <a:r>
              <a:rPr lang="it-IT" dirty="0" err="1"/>
              <a:t>proximity</a:t>
            </a:r>
            <a:r>
              <a:rPr lang="it-IT" dirty="0"/>
              <a:t> </a:t>
            </a:r>
            <a:r>
              <a:rPr lang="it-IT" dirty="0" err="1"/>
              <a:t>constraint</a:t>
            </a:r>
            <a:r>
              <a:rPr lang="it-IT" dirty="0"/>
              <a:t> for negative keywords..</a:t>
            </a:r>
          </a:p>
          <a:p>
            <a:r>
              <a:rPr lang="it-IT" b="1" dirty="0"/>
              <a:t>Token </a:t>
            </a:r>
            <a:r>
              <a:rPr lang="it-IT" b="1" dirty="0" err="1"/>
              <a:t>Anchoring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Chooses</a:t>
            </a:r>
            <a:r>
              <a:rPr lang="it-IT" dirty="0"/>
              <a:t> the </a:t>
            </a:r>
            <a:r>
              <a:rPr lang="it-IT" dirty="0" err="1"/>
              <a:t>most</a:t>
            </a:r>
            <a:r>
              <a:rPr lang="it-IT" dirty="0"/>
              <a:t> fitting token for </a:t>
            </a:r>
            <a:r>
              <a:rPr lang="it-IT" dirty="0" err="1"/>
              <a:t>each</a:t>
            </a:r>
            <a:r>
              <a:rPr lang="it-IT" dirty="0"/>
              <a:t> prompt </a:t>
            </a:r>
            <a:r>
              <a:rPr lang="it-IT" dirty="0" err="1"/>
              <a:t>category</a:t>
            </a:r>
            <a:endParaRPr lang="it-IT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EACEA65-636D-CE91-1870-C8A37E5D30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908" y="2633663"/>
            <a:ext cx="4754033" cy="35655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E6E02F-4ADE-5FCA-4DB2-3DBFCD559FB1}"/>
              </a:ext>
            </a:extLst>
          </p:cNvPr>
          <p:cNvSpPr txBox="1"/>
          <p:nvPr/>
        </p:nvSpPr>
        <p:spPr>
          <a:xfrm>
            <a:off x="6547908" y="1156144"/>
            <a:ext cx="4754034" cy="147732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dirty="0">
                <a:solidFill>
                  <a:schemeClr val="bg1"/>
                </a:solidFill>
              </a:rPr>
              <a:t>Yes, </a:t>
            </a:r>
            <a:r>
              <a:rPr lang="it-IT" dirty="0" err="1">
                <a:solidFill>
                  <a:schemeClr val="bg1"/>
                </a:solidFill>
              </a:rPr>
              <a:t>there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a dog in the image. The dog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standing on a concrete </a:t>
            </a:r>
            <a:r>
              <a:rPr lang="it-IT" dirty="0" err="1">
                <a:solidFill>
                  <a:schemeClr val="bg1"/>
                </a:solidFill>
              </a:rPr>
              <a:t>surface</a:t>
            </a:r>
            <a:r>
              <a:rPr lang="it-IT" dirty="0">
                <a:solidFill>
                  <a:schemeClr val="bg1"/>
                </a:solidFill>
              </a:rPr>
              <a:t>, and </a:t>
            </a:r>
            <a:r>
              <a:rPr lang="it-IT" dirty="0" err="1">
                <a:solidFill>
                  <a:schemeClr val="bg1"/>
                </a:solidFill>
              </a:rPr>
              <a:t>it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is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positioned</a:t>
            </a:r>
            <a:r>
              <a:rPr lang="it-IT" dirty="0">
                <a:solidFill>
                  <a:schemeClr val="bg1"/>
                </a:solidFill>
              </a:rPr>
              <a:t> in front of a </a:t>
            </a:r>
            <a:r>
              <a:rPr lang="it-IT" dirty="0" err="1">
                <a:solidFill>
                  <a:schemeClr val="bg1"/>
                </a:solidFill>
              </a:rPr>
              <a:t>tree</a:t>
            </a:r>
            <a:r>
              <a:rPr lang="it-IT" dirty="0">
                <a:solidFill>
                  <a:schemeClr val="bg1"/>
                </a:solidFill>
              </a:rPr>
              <a:t> with green </a:t>
            </a:r>
            <a:r>
              <a:rPr lang="it-IT" dirty="0" err="1">
                <a:solidFill>
                  <a:schemeClr val="bg1"/>
                </a:solidFill>
              </a:rPr>
              <a:t>leaves</a:t>
            </a:r>
            <a:r>
              <a:rPr lang="it-IT" dirty="0">
                <a:solidFill>
                  <a:schemeClr val="bg1"/>
                </a:solidFill>
              </a:rPr>
              <a:t> and some </a:t>
            </a:r>
            <a:r>
              <a:rPr lang="it-IT" dirty="0" err="1">
                <a:solidFill>
                  <a:schemeClr val="bg1"/>
                </a:solidFill>
              </a:rPr>
              <a:t>yellow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fruits</a:t>
            </a:r>
            <a:r>
              <a:rPr lang="it-IT" dirty="0">
                <a:solidFill>
                  <a:schemeClr val="bg1"/>
                </a:solidFill>
              </a:rPr>
              <a:t>. The dog </a:t>
            </a:r>
            <a:r>
              <a:rPr lang="it-IT" dirty="0" err="1">
                <a:solidFill>
                  <a:schemeClr val="bg1"/>
                </a:solidFill>
              </a:rPr>
              <a:t>appears</a:t>
            </a:r>
            <a:r>
              <a:rPr lang="it-IT" dirty="0">
                <a:solidFill>
                  <a:schemeClr val="bg1"/>
                </a:solidFill>
              </a:rPr>
              <a:t> to be </a:t>
            </a:r>
            <a:r>
              <a:rPr lang="it-IT" dirty="0" err="1">
                <a:solidFill>
                  <a:schemeClr val="bg1"/>
                </a:solidFill>
              </a:rPr>
              <a:t>looking</a:t>
            </a:r>
            <a:r>
              <a:rPr lang="it-IT" dirty="0">
                <a:solidFill>
                  <a:schemeClr val="bg1"/>
                </a:solidFill>
              </a:rPr>
              <a:t> </a:t>
            </a:r>
            <a:r>
              <a:rPr lang="it-IT" dirty="0" err="1">
                <a:solidFill>
                  <a:schemeClr val="bg1"/>
                </a:solidFill>
              </a:rPr>
              <a:t>towards</a:t>
            </a:r>
            <a:r>
              <a:rPr lang="it-IT" dirty="0">
                <a:solidFill>
                  <a:schemeClr val="bg1"/>
                </a:solidFill>
              </a:rPr>
              <a:t> the camera.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F82B0B-5666-409B-F4BA-6C1E50C4C9C0}"/>
              </a:ext>
            </a:extLst>
          </p:cNvPr>
          <p:cNvSpPr txBox="1"/>
          <p:nvPr/>
        </p:nvSpPr>
        <p:spPr>
          <a:xfrm>
            <a:off x="6547908" y="6199188"/>
            <a:ext cx="4754033" cy="36933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it-IT" dirty="0"/>
              <a:t>Yes. </a:t>
            </a:r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dog in the image.</a:t>
            </a:r>
          </a:p>
        </p:txBody>
      </p:sp>
    </p:spTree>
    <p:extLst>
      <p:ext uri="{BB962C8B-B14F-4D97-AF65-F5344CB8AC3E}">
        <p14:creationId xmlns:p14="http://schemas.microsoft.com/office/powerpoint/2010/main" val="961361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EB4AF60-00FD-115E-FF53-A4D66A511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Gate 2: Attention clustering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76FF367-4AC3-A7D3-BB8D-E79FEC048EEE}"/>
              </a:ext>
            </a:extLst>
          </p:cNvPr>
          <p:cNvSpPr txBox="1"/>
          <p:nvPr/>
        </p:nvSpPr>
        <p:spPr>
          <a:xfrm>
            <a:off x="640079" y="2636205"/>
            <a:ext cx="5752095" cy="3661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  <a:spcAft>
                <a:spcPts val="1875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Cluster Separation:</a:t>
            </a:r>
            <a:r>
              <a:rPr lang="en-US" b="0" i="0" dirty="0">
                <a:effectLst/>
              </a:rPr>
              <a:t> Unsupervised K-Means (K=3) isolates the focal core from peripheral halos.</a:t>
            </a:r>
          </a:p>
          <a:p>
            <a:pPr>
              <a:lnSpc>
                <a:spcPct val="110000"/>
              </a:lnSpc>
              <a:spcAft>
                <a:spcPts val="1875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Precision vs Otsu:</a:t>
            </a:r>
            <a:r>
              <a:rPr lang="en-US" b="0" i="0" dirty="0">
                <a:effectLst/>
              </a:rPr>
              <a:t> Overcomes limitations in multimodal energy distributions where simple thresholding fails.</a:t>
            </a:r>
          </a:p>
          <a:p>
            <a:pPr>
              <a:lnSpc>
                <a:spcPct val="110000"/>
              </a:lnSpc>
              <a:spcAft>
                <a:spcPts val="1875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Triple Mapping:</a:t>
            </a:r>
            <a:r>
              <a:rPr lang="en-US" b="0" i="0" dirty="0">
                <a:effectLst/>
              </a:rPr>
              <a:t> Mathematically categorizes regions into Background, Penumbra, and Main Focus.</a:t>
            </a:r>
          </a:p>
          <a:p>
            <a:pPr>
              <a:lnSpc>
                <a:spcPct val="110000"/>
              </a:lnSpc>
              <a:spcAft>
                <a:spcPts val="1875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</a:rPr>
              <a:t>Focus Extraction:</a:t>
            </a:r>
            <a:r>
              <a:rPr lang="en-US" b="0" i="0" dirty="0">
                <a:effectLst/>
              </a:rPr>
              <a:t> Binarization preserves only the Core Focus cluster for topological integrity.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414D4E-1460-1AB4-A5C7-41CFDF90F0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3659" y="622561"/>
            <a:ext cx="3679158" cy="2658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EB75F2-198E-C5CD-D334-6DC562E1DD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482" y="3607283"/>
            <a:ext cx="3587513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0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E039852-5D51-1687-7EAA-B289114F2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6127542" cy="1097280"/>
          </a:xfrm>
        </p:spPr>
        <p:txBody>
          <a:bodyPr anchor="b">
            <a:normAutofit/>
          </a:bodyPr>
          <a:lstStyle/>
          <a:p>
            <a:r>
              <a:rPr lang="it-IT" sz="3700"/>
              <a:t>Gate 3: </a:t>
            </a:r>
            <a:r>
              <a:rPr lang="it-IT" sz="3700" err="1"/>
              <a:t>Topological</a:t>
            </a:r>
            <a:r>
              <a:rPr lang="it-IT" sz="3700"/>
              <a:t> filtering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1AA4562-A0DE-8106-961E-570EC5274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182273"/>
            <a:ext cx="6127542" cy="389247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it-IT" sz="1700" b="1" dirty="0" err="1"/>
              <a:t>Morphological</a:t>
            </a:r>
            <a:r>
              <a:rPr lang="it-IT" sz="1700" b="1" dirty="0"/>
              <a:t> </a:t>
            </a:r>
            <a:r>
              <a:rPr lang="it-IT" sz="1700" b="1" dirty="0" err="1"/>
              <a:t>Refinement</a:t>
            </a:r>
            <a:r>
              <a:rPr lang="it-IT" sz="1700" b="1" dirty="0"/>
              <a:t>:</a:t>
            </a:r>
            <a:r>
              <a:rPr lang="it-IT" sz="1700" dirty="0"/>
              <a:t> </a:t>
            </a:r>
            <a:r>
              <a:rPr lang="it-IT" sz="1700" dirty="0" err="1"/>
              <a:t>Applies</a:t>
            </a:r>
            <a:r>
              <a:rPr lang="it-IT" sz="1700" dirty="0"/>
              <a:t> closing </a:t>
            </a:r>
            <a:r>
              <a:rPr lang="it-IT" sz="1700" dirty="0" err="1"/>
              <a:t>operations</a:t>
            </a:r>
            <a:r>
              <a:rPr lang="it-IT" sz="1700" dirty="0"/>
              <a:t> to bridge minor gaps and </a:t>
            </a:r>
            <a:r>
              <a:rPr lang="it-IT" sz="1700" dirty="0" err="1"/>
              <a:t>extracts</a:t>
            </a:r>
            <a:r>
              <a:rPr lang="it-IT" sz="1700" dirty="0"/>
              <a:t> </a:t>
            </a:r>
            <a:r>
              <a:rPr lang="it-IT" sz="1700" dirty="0" err="1"/>
              <a:t>clean</a:t>
            </a:r>
            <a:r>
              <a:rPr lang="it-IT" sz="1700" dirty="0"/>
              <a:t> </a:t>
            </a:r>
            <a:r>
              <a:rPr lang="it-IT" sz="1700" dirty="0" err="1"/>
              <a:t>geometric</a:t>
            </a:r>
            <a:r>
              <a:rPr lang="it-IT" sz="1700" dirty="0"/>
              <a:t> </a:t>
            </a:r>
            <a:r>
              <a:rPr lang="it-IT" sz="1700" dirty="0" err="1"/>
              <a:t>contours</a:t>
            </a:r>
            <a:r>
              <a:rPr lang="it-IT" sz="1700" dirty="0"/>
              <a:t>.</a:t>
            </a:r>
          </a:p>
          <a:p>
            <a:pPr>
              <a:lnSpc>
                <a:spcPct val="110000"/>
              </a:lnSpc>
            </a:pPr>
            <a:r>
              <a:rPr lang="it-IT" sz="1700" b="1" dirty="0" err="1"/>
              <a:t>Distractor</a:t>
            </a:r>
            <a:r>
              <a:rPr lang="it-IT" sz="1700" b="1" dirty="0"/>
              <a:t> </a:t>
            </a:r>
            <a:r>
              <a:rPr lang="it-IT" sz="1700" b="1" dirty="0" err="1"/>
              <a:t>Constraint</a:t>
            </a:r>
            <a:r>
              <a:rPr lang="it-IT" sz="1700" b="1" dirty="0"/>
              <a:t>:</a:t>
            </a:r>
            <a:r>
              <a:rPr lang="it-IT" sz="1700" dirty="0"/>
              <a:t> Hotspots </a:t>
            </a:r>
            <a:r>
              <a:rPr lang="it-IT" sz="1700" dirty="0" err="1"/>
              <a:t>failing</a:t>
            </a:r>
            <a:r>
              <a:rPr lang="it-IT" sz="1700" dirty="0"/>
              <a:t> to </a:t>
            </a:r>
            <a:r>
              <a:rPr lang="it-IT" sz="1700" dirty="0" err="1"/>
              <a:t>intersect</a:t>
            </a:r>
            <a:r>
              <a:rPr lang="it-IT" sz="1700" dirty="0"/>
              <a:t> the Ground Truth (GT) mask are </a:t>
            </a:r>
            <a:r>
              <a:rPr lang="it-IT" sz="1700" dirty="0" err="1"/>
              <a:t>strictly</a:t>
            </a:r>
            <a:r>
              <a:rPr lang="it-IT" sz="1700" dirty="0"/>
              <a:t> </a:t>
            </a:r>
            <a:r>
              <a:rPr lang="it-IT" sz="1700" dirty="0" err="1"/>
              <a:t>flagged</a:t>
            </a:r>
            <a:r>
              <a:rPr lang="it-IT" sz="1700" dirty="0"/>
              <a:t>.</a:t>
            </a:r>
          </a:p>
          <a:p>
            <a:pPr>
              <a:lnSpc>
                <a:spcPct val="110000"/>
              </a:lnSpc>
            </a:pPr>
            <a:r>
              <a:rPr lang="it-IT" sz="1700" b="1" dirty="0" err="1"/>
              <a:t>Scattered</a:t>
            </a:r>
            <a:r>
              <a:rPr lang="it-IT" sz="1700" b="1" dirty="0"/>
              <a:t> </a:t>
            </a:r>
            <a:r>
              <a:rPr lang="it-IT" sz="1700" b="1" dirty="0" err="1"/>
              <a:t>Failure</a:t>
            </a:r>
            <a:r>
              <a:rPr lang="it-IT" sz="1700" b="1" dirty="0"/>
              <a:t>:</a:t>
            </a:r>
            <a:r>
              <a:rPr lang="it-IT" sz="1700" dirty="0"/>
              <a:t> </a:t>
            </a:r>
            <a:r>
              <a:rPr lang="it-IT" sz="1700" dirty="0" err="1"/>
              <a:t>Exceeding</a:t>
            </a:r>
            <a:r>
              <a:rPr lang="it-IT" sz="1700" dirty="0"/>
              <a:t> the </a:t>
            </a:r>
            <a:r>
              <a:rPr lang="it-IT" sz="1700" dirty="0" err="1"/>
              <a:t>external</a:t>
            </a:r>
            <a:r>
              <a:rPr lang="it-IT" sz="1700" dirty="0"/>
              <a:t> </a:t>
            </a:r>
            <a:r>
              <a:rPr lang="it-IT" sz="1700" dirty="0" err="1"/>
              <a:t>distractor</a:t>
            </a:r>
            <a:r>
              <a:rPr lang="it-IT" sz="1700" dirty="0"/>
              <a:t> </a:t>
            </a:r>
            <a:r>
              <a:rPr lang="it-IT" sz="1700" dirty="0" err="1"/>
              <a:t>tolerance</a:t>
            </a:r>
            <a:r>
              <a:rPr lang="it-IT" sz="1700" dirty="0"/>
              <a:t> </a:t>
            </a:r>
            <a:r>
              <a:rPr lang="it-IT" sz="1700" dirty="0" err="1"/>
              <a:t>threshold</a:t>
            </a:r>
            <a:r>
              <a:rPr lang="it-IT" sz="1700" dirty="0"/>
              <a:t> </a:t>
            </a:r>
            <a:r>
              <a:rPr lang="it-IT" sz="1700" dirty="0" err="1"/>
              <a:t>results</a:t>
            </a:r>
            <a:r>
              <a:rPr lang="it-IT" sz="1700" dirty="0"/>
              <a:t> in an immediate </a:t>
            </a:r>
            <a:r>
              <a:rPr lang="it-IT" sz="1700" b="1" dirty="0" err="1"/>
              <a:t>FP_Scattered</a:t>
            </a:r>
            <a:r>
              <a:rPr lang="it-IT" sz="1700" dirty="0"/>
              <a:t> </a:t>
            </a:r>
            <a:r>
              <a:rPr lang="it-IT" sz="1700" dirty="0" err="1"/>
              <a:t>rejection</a:t>
            </a:r>
            <a:r>
              <a:rPr lang="it-IT" sz="1700" dirty="0"/>
              <a:t>.</a:t>
            </a:r>
          </a:p>
          <a:p>
            <a:pPr>
              <a:lnSpc>
                <a:spcPct val="110000"/>
              </a:lnSpc>
            </a:pPr>
            <a:r>
              <a:rPr lang="it-IT" sz="1700" b="1" dirty="0" err="1"/>
              <a:t>Centroid</a:t>
            </a:r>
            <a:r>
              <a:rPr lang="it-IT" sz="1700" b="1" dirty="0"/>
              <a:t> </a:t>
            </a:r>
            <a:r>
              <a:rPr lang="it-IT" sz="1700" b="1" dirty="0" err="1"/>
              <a:t>Pointing</a:t>
            </a:r>
            <a:r>
              <a:rPr lang="it-IT" sz="1700" b="1" dirty="0"/>
              <a:t>:</a:t>
            </a:r>
            <a:r>
              <a:rPr lang="it-IT" sz="1700" dirty="0"/>
              <a:t> </a:t>
            </a:r>
            <a:r>
              <a:rPr lang="it-IT" sz="1700" dirty="0" err="1"/>
              <a:t>Computes</a:t>
            </a:r>
            <a:r>
              <a:rPr lang="it-IT" sz="1700" dirty="0"/>
              <a:t> the </a:t>
            </a:r>
            <a:r>
              <a:rPr lang="it-IT" sz="1700" dirty="0" err="1"/>
              <a:t>geometric</a:t>
            </a:r>
            <a:r>
              <a:rPr lang="it-IT" sz="1700" dirty="0"/>
              <a:t> </a:t>
            </a:r>
            <a:r>
              <a:rPr lang="it-IT" sz="1700" dirty="0" err="1"/>
              <a:t>using</a:t>
            </a:r>
            <a:r>
              <a:rPr lang="it-IT" sz="1700" dirty="0"/>
              <a:t> </a:t>
            </a:r>
            <a:r>
              <a:rPr lang="it-IT" sz="1700" dirty="0" err="1"/>
              <a:t>spatial</a:t>
            </a:r>
            <a:r>
              <a:rPr lang="it-IT" sz="1700" dirty="0"/>
              <a:t> image moments; </a:t>
            </a:r>
            <a:r>
              <a:rPr lang="it-IT" sz="1700" dirty="0" err="1"/>
              <a:t>failure</a:t>
            </a:r>
            <a:r>
              <a:rPr lang="it-IT" sz="1700" dirty="0"/>
              <a:t> to point </a:t>
            </a:r>
            <a:r>
              <a:rPr lang="it-IT" sz="1700" dirty="0" err="1"/>
              <a:t>within</a:t>
            </a:r>
            <a:r>
              <a:rPr lang="it-IT" sz="1700" dirty="0"/>
              <a:t> the GT mask triggers an </a:t>
            </a:r>
            <a:r>
              <a:rPr lang="it-IT" sz="1700" b="1" dirty="0" err="1"/>
              <a:t>FP_Mispointed</a:t>
            </a:r>
            <a:r>
              <a:rPr lang="it-IT" sz="1700" dirty="0"/>
              <a:t> </a:t>
            </a:r>
            <a:r>
              <a:rPr lang="it-IT" sz="1700" dirty="0" err="1"/>
              <a:t>error</a:t>
            </a:r>
            <a:r>
              <a:rPr lang="it-IT" sz="1700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endParaRPr lang="it-IT" sz="17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5DB380-1DFE-E243-5BD9-443443D0E0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81" y="914400"/>
            <a:ext cx="3313105" cy="24848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8B3F5C-25DF-316D-334E-7D2B23D093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8677" y="3589922"/>
            <a:ext cx="3313109" cy="2484832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7F0166-5104-70BA-EFEB-5271B630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977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4BCF7E9-F8CC-7615-C575-D29F41541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Gate 4: TBR </a:t>
            </a:r>
            <a:r>
              <a:rPr lang="it-IT" dirty="0" err="1"/>
              <a:t>validation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CE2FC7A-A3CF-863B-B987-349F999B34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it-IT" b="1" dirty="0"/>
                  <a:t>Energy </a:t>
                </a:r>
                <a:r>
                  <a:rPr lang="it-IT" b="1" dirty="0" err="1"/>
                  <a:t>Density</a:t>
                </a:r>
                <a:r>
                  <a:rPr lang="it-IT" b="1" dirty="0"/>
                  <a:t> </a:t>
                </a:r>
                <a:r>
                  <a:rPr lang="it-IT" b="1" dirty="0" err="1"/>
                  <a:t>Contrast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Quantifies</a:t>
                </a:r>
                <a:r>
                  <a:rPr lang="it-IT" dirty="0"/>
                  <a:t> visual grounding by </a:t>
                </a:r>
                <a:r>
                  <a:rPr lang="it-IT" dirty="0" err="1"/>
                  <a:t>measuring</a:t>
                </a:r>
                <a:r>
                  <a:rPr lang="it-IT" dirty="0"/>
                  <a:t> the ratio of target energy to background </a:t>
                </a:r>
                <a:r>
                  <a:rPr lang="it-IT" dirty="0" err="1"/>
                  <a:t>noise</a:t>
                </a:r>
                <a:r>
                  <a:rPr lang="it-IT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>
                          <a:latin typeface="Cambria Math" panose="02040503050406030204" pitchFamily="18" charset="0"/>
                        </a:rPr>
                        <m:t>TBR</m:t>
                      </m:r>
                      <m:r>
                        <a:rPr lang="it-IT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  <m:r>
                            <a:rPr lang="it-IT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𝜀</m:t>
                          </m:r>
                        </m:den>
                      </m:f>
                    </m:oMath>
                  </m:oMathPara>
                </a14:m>
                <a:endParaRPr lang="it-IT" dirty="0"/>
              </a:p>
              <a:p>
                <a:r>
                  <a:rPr lang="it-IT" b="1" dirty="0" err="1"/>
                  <a:t>Acceptability</a:t>
                </a:r>
                <a:r>
                  <a:rPr lang="it-IT" b="1" dirty="0"/>
                  <a:t> </a:t>
                </a:r>
                <a:r>
                  <a:rPr lang="it-IT" b="1" dirty="0" err="1"/>
                  <a:t>Threshold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Only</a:t>
                </a:r>
                <a:r>
                  <a:rPr lang="it-IT" dirty="0"/>
                  <a:t> </a:t>
                </a:r>
                <a:r>
                  <a:rPr lang="it-IT" dirty="0" err="1"/>
                  <a:t>inferences</a:t>
                </a:r>
                <a:r>
                  <a:rPr lang="it-IT" dirty="0"/>
                  <a:t> with a TBR &gt; 1 are </a:t>
                </a:r>
                <a:r>
                  <a:rPr lang="it-IT" dirty="0" err="1"/>
                  <a:t>officially</a:t>
                </a:r>
                <a:r>
                  <a:rPr lang="it-IT" dirty="0"/>
                  <a:t> </a:t>
                </a:r>
                <a:r>
                  <a:rPr lang="it-IT" dirty="0" err="1"/>
                  <a:t>logged</a:t>
                </a:r>
                <a:r>
                  <a:rPr lang="it-IT" dirty="0"/>
                  <a:t> </a:t>
                </a:r>
                <a:r>
                  <a:rPr lang="it-IT" dirty="0" err="1"/>
                  <a:t>as</a:t>
                </a:r>
                <a:r>
                  <a:rPr lang="it-IT" dirty="0"/>
                  <a:t> </a:t>
                </a:r>
                <a:r>
                  <a:rPr lang="it-IT" dirty="0" err="1"/>
                  <a:t>successful</a:t>
                </a:r>
                <a:r>
                  <a:rPr lang="it-IT" dirty="0"/>
                  <a:t> </a:t>
                </a:r>
                <a:r>
                  <a:rPr lang="it-IT" dirty="0" err="1"/>
                  <a:t>groundings</a:t>
                </a:r>
                <a:r>
                  <a:rPr lang="it-IT" dirty="0"/>
                  <a:t>.</a:t>
                </a:r>
              </a:p>
              <a:p>
                <a:r>
                  <a:rPr lang="it-IT" b="1" dirty="0" err="1"/>
                  <a:t>FP_LowEnergy</a:t>
                </a:r>
                <a:r>
                  <a:rPr lang="it-IT" b="1" dirty="0"/>
                  <a:t> </a:t>
                </a:r>
                <a:r>
                  <a:rPr lang="it-IT" b="1" dirty="0" err="1"/>
                  <a:t>Failure</a:t>
                </a:r>
                <a:r>
                  <a:rPr lang="it-IT" b="1" dirty="0"/>
                  <a:t>:</a:t>
                </a:r>
                <a:r>
                  <a:rPr lang="it-IT" dirty="0"/>
                  <a:t> </a:t>
                </a:r>
                <a:r>
                  <a:rPr lang="it-IT" dirty="0" err="1"/>
                  <a:t>Rejects</a:t>
                </a:r>
                <a:r>
                  <a:rPr lang="it-IT" dirty="0"/>
                  <a:t> </a:t>
                </a:r>
                <a:r>
                  <a:rPr lang="it-IT" dirty="0" err="1"/>
                  <a:t>cases</a:t>
                </a:r>
                <a:r>
                  <a:rPr lang="it-IT" dirty="0"/>
                  <a:t> </a:t>
                </a:r>
                <a:r>
                  <a:rPr lang="it-IT" dirty="0" err="1"/>
                  <a:t>where</a:t>
                </a:r>
                <a:r>
                  <a:rPr lang="it-IT" dirty="0"/>
                  <a:t> the </a:t>
                </a:r>
                <a:r>
                  <a:rPr lang="it-IT" dirty="0" err="1"/>
                  <a:t>model's</a:t>
                </a:r>
                <a:r>
                  <a:rPr lang="it-IT" dirty="0"/>
                  <a:t> focus </a:t>
                </a:r>
                <a:r>
                  <a:rPr lang="it-IT" dirty="0" err="1"/>
                  <a:t>is</a:t>
                </a:r>
                <a:r>
                  <a:rPr lang="it-IT" dirty="0"/>
                  <a:t> </a:t>
                </a:r>
                <a:r>
                  <a:rPr lang="it-IT" dirty="0" err="1"/>
                  <a:t>too</a:t>
                </a:r>
                <a:r>
                  <a:rPr lang="it-IT" dirty="0"/>
                  <a:t> </a:t>
                </a:r>
                <a:r>
                  <a:rPr lang="it-IT" dirty="0" err="1"/>
                  <a:t>weak</a:t>
                </a:r>
                <a:r>
                  <a:rPr lang="it-IT" dirty="0"/>
                  <a:t> or </a:t>
                </a:r>
                <a:r>
                  <a:rPr lang="it-IT" dirty="0" err="1"/>
                  <a:t>indistinguishable</a:t>
                </a:r>
                <a:r>
                  <a:rPr lang="it-IT" dirty="0"/>
                  <a:t> from the </a:t>
                </a:r>
                <a:r>
                  <a:rPr lang="it-IT" dirty="0" err="1"/>
                  <a:t>surrounding</a:t>
                </a:r>
                <a:r>
                  <a:rPr lang="it-IT" dirty="0"/>
                  <a:t> background.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1CE2FC7A-A3CF-863B-B987-349F999B34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 r="-100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8085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4EF11C0-2E58-28A6-4356-3AAB054AB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6382512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Dataset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1DB5636-7209-441D-A20B-2A24C54D5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3D9A3F5C-56E2-FB63-980A-B3107E72B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79" y="2633236"/>
            <a:ext cx="6382512" cy="366468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MS-COCO val2017 dataset split utilized. </a:t>
            </a:r>
          </a:p>
          <a:p>
            <a:r>
              <a:rPr lang="en-US" dirty="0"/>
              <a:t>Dense, pixel-level valid polygon segmentation masks required. </a:t>
            </a:r>
          </a:p>
          <a:p>
            <a:r>
              <a:rPr lang="en-US" dirty="0"/>
              <a:t>Clutter reduction limits total annotations to four. </a:t>
            </a:r>
          </a:p>
          <a:p>
            <a:r>
              <a:rPr lang="en-US" dirty="0"/>
              <a:t>Object prominence requires bounding area exceeding 5000 pixels. </a:t>
            </a:r>
          </a:p>
          <a:p>
            <a:r>
              <a:rPr lang="en-US" dirty="0"/>
              <a:t>Target isolation ensures one or two prominent objects.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E7428D-8500-0A6E-9247-04DDFB84E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7"/>
          <a:stretch>
            <a:fillRect/>
          </a:stretch>
        </p:blipFill>
        <p:spPr>
          <a:xfrm>
            <a:off x="7810504" y="1"/>
            <a:ext cx="4381494" cy="3429000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5F627F2-A860-A0E9-8D66-7C4503DFBEE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9" r="688"/>
          <a:stretch>
            <a:fillRect/>
          </a:stretch>
        </p:blipFill>
        <p:spPr>
          <a:xfrm>
            <a:off x="7810505" y="3429000"/>
            <a:ext cx="4381494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23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96A2D6-935E-FE69-29EF-B9111226F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it-IT" dirty="0"/>
              <a:t>Prompt engineering for XAI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DCD5500-DB06-99B2-C219-330CAC01E927}"/>
              </a:ext>
            </a:extLst>
          </p:cNvPr>
          <p:cNvSpPr txBox="1"/>
          <p:nvPr/>
        </p:nvSpPr>
        <p:spPr>
          <a:xfrm>
            <a:off x="5148072" y="4085369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/>
          </a:p>
        </p:txBody>
      </p:sp>
      <p:graphicFrame>
        <p:nvGraphicFramePr>
          <p:cNvPr id="8" name="Segnaposto contenuto 2">
            <a:extLst>
              <a:ext uri="{FF2B5EF4-FFF2-40B4-BE49-F238E27FC236}">
                <a16:creationId xmlns:a16="http://schemas.microsoft.com/office/drawing/2014/main" id="{1F3CF46E-D33A-65DC-1F73-F1C6355BF7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1105643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15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DBF60EE-B3C2-D48F-4802-08A7EB15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900"/>
              <a:t>Binary VQA: The Grounding Baseline</a:t>
            </a:r>
            <a:br>
              <a:rPr lang="it-IT" sz="1900"/>
            </a:br>
            <a:br>
              <a:rPr lang="it-IT" sz="1900"/>
            </a:br>
            <a:endParaRPr lang="it-IT" sz="19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A638A2F-C57E-95E7-2F36-025783234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78557"/>
            <a:ext cx="5648193" cy="307826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7A0304-D376-0883-766F-F4238DC4F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it-IT" b="1" dirty="0"/>
              <a:t>Direct </a:t>
            </a:r>
            <a:r>
              <a:rPr lang="it-IT" b="1" dirty="0" err="1"/>
              <a:t>Interrogation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Implements</a:t>
            </a:r>
            <a:r>
              <a:rPr lang="it-IT" dirty="0"/>
              <a:t> a zero-shot "Yes/No" query </a:t>
            </a:r>
            <a:r>
              <a:rPr lang="it-IT" dirty="0" err="1"/>
              <a:t>structure</a:t>
            </a:r>
            <a:r>
              <a:rPr lang="it-IT" dirty="0"/>
              <a:t> for </a:t>
            </a:r>
            <a:r>
              <a:rPr lang="it-IT" dirty="0" err="1"/>
              <a:t>spontaneous</a:t>
            </a:r>
            <a:r>
              <a:rPr lang="it-IT" dirty="0"/>
              <a:t> </a:t>
            </a:r>
            <a:r>
              <a:rPr lang="it-IT" dirty="0" err="1"/>
              <a:t>object</a:t>
            </a:r>
            <a:r>
              <a:rPr lang="it-IT" dirty="0"/>
              <a:t> </a:t>
            </a:r>
            <a:r>
              <a:rPr lang="it-IT" dirty="0" err="1"/>
              <a:t>recognition</a:t>
            </a:r>
            <a:r>
              <a:rPr lang="it-IT" dirty="0"/>
              <a:t>.</a:t>
            </a:r>
          </a:p>
          <a:p>
            <a:r>
              <a:rPr lang="it-IT" b="1" dirty="0"/>
              <a:t>Conservative </a:t>
            </a:r>
            <a:r>
              <a:rPr lang="it-IT" b="1" dirty="0" err="1"/>
              <a:t>Anchoring</a:t>
            </a:r>
            <a:r>
              <a:rPr lang="it-IT" b="1" dirty="0"/>
              <a:t>:</a:t>
            </a:r>
            <a:r>
              <a:rPr lang="it-IT" dirty="0"/>
              <a:t> Anchors TAM </a:t>
            </a:r>
            <a:r>
              <a:rPr lang="it-IT" dirty="0" err="1"/>
              <a:t>extraction</a:t>
            </a:r>
            <a:r>
              <a:rPr lang="it-IT" dirty="0"/>
              <a:t> </a:t>
            </a:r>
            <a:r>
              <a:rPr lang="it-IT" dirty="0" err="1"/>
              <a:t>strictly</a:t>
            </a:r>
            <a:r>
              <a:rPr lang="it-IT" dirty="0"/>
              <a:t> on the </a:t>
            </a:r>
            <a:r>
              <a:rPr lang="it-IT" dirty="0" err="1"/>
              <a:t>primary</a:t>
            </a:r>
            <a:r>
              <a:rPr lang="it-IT" dirty="0"/>
              <a:t> target </a:t>
            </a:r>
            <a:r>
              <a:rPr lang="it-IT" dirty="0" err="1"/>
              <a:t>noun</a:t>
            </a:r>
            <a:r>
              <a:rPr lang="it-IT" dirty="0"/>
              <a:t> or "Yes/No" token.</a:t>
            </a:r>
          </a:p>
          <a:p>
            <a:r>
              <a:rPr lang="it-IT" b="1" dirty="0"/>
              <a:t>High Fidelity:</a:t>
            </a:r>
            <a:r>
              <a:rPr lang="it-IT" dirty="0"/>
              <a:t> </a:t>
            </a:r>
            <a:r>
              <a:rPr lang="it-IT" dirty="0" err="1"/>
              <a:t>Bypasses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 loops to </a:t>
            </a:r>
            <a:r>
              <a:rPr lang="it-IT" dirty="0" err="1"/>
              <a:t>minimize</a:t>
            </a:r>
            <a:r>
              <a:rPr lang="it-IT" dirty="0"/>
              <a:t> </a:t>
            </a:r>
            <a:r>
              <a:rPr lang="it-IT" dirty="0" err="1"/>
              <a:t>linguistic</a:t>
            </a:r>
            <a:r>
              <a:rPr lang="it-IT" dirty="0"/>
              <a:t> </a:t>
            </a:r>
            <a:r>
              <a:rPr lang="it-IT" dirty="0" err="1"/>
              <a:t>priors</a:t>
            </a:r>
            <a:r>
              <a:rPr lang="it-IT" dirty="0"/>
              <a:t> </a:t>
            </a:r>
            <a:r>
              <a:rPr lang="it-IT" dirty="0" err="1"/>
              <a:t>interference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09928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831BE38-B453-97A1-5F2B-4B3274FC8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1900"/>
              <a:t>Spatial CoT: Cognitive Decomposition</a:t>
            </a:r>
            <a:br>
              <a:rPr lang="it-IT" sz="1900"/>
            </a:br>
            <a:br>
              <a:rPr lang="it-IT" sz="1900"/>
            </a:br>
            <a:endParaRPr lang="it-IT" sz="19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910A6243-9AED-BFBA-E469-6F9A8B5F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878557"/>
            <a:ext cx="5648193" cy="307826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18D1B7C-6D1B-4F50-4426-7D1BDE8E9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1063" y="2537460"/>
            <a:ext cx="4659945" cy="3760459"/>
          </a:xfrm>
        </p:spPr>
        <p:txBody>
          <a:bodyPr anchor="t">
            <a:normAutofit/>
          </a:bodyPr>
          <a:lstStyle/>
          <a:p>
            <a:r>
              <a:rPr lang="it-IT" b="1" dirty="0"/>
              <a:t>Iterative TAM Evaluation:</a:t>
            </a:r>
            <a:r>
              <a:rPr lang="it-IT" dirty="0"/>
              <a:t> </a:t>
            </a:r>
            <a:r>
              <a:rPr lang="it-IT" dirty="0" err="1"/>
              <a:t>Scans</a:t>
            </a:r>
            <a:r>
              <a:rPr lang="it-IT" dirty="0"/>
              <a:t> the </a:t>
            </a:r>
            <a:r>
              <a:rPr lang="it-IT" dirty="0" err="1"/>
              <a:t>entire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path</a:t>
            </a:r>
            <a:r>
              <a:rPr lang="it-IT" dirty="0"/>
              <a:t> to </a:t>
            </a:r>
            <a:r>
              <a:rPr lang="it-IT" dirty="0" err="1"/>
              <a:t>find</a:t>
            </a:r>
            <a:r>
              <a:rPr lang="it-IT" dirty="0"/>
              <a:t> the </a:t>
            </a:r>
            <a:r>
              <a:rPr lang="it-IT" dirty="0" err="1"/>
              <a:t>peak</a:t>
            </a:r>
            <a:r>
              <a:rPr lang="it-IT" dirty="0"/>
              <a:t> </a:t>
            </a:r>
            <a:r>
              <a:rPr lang="it-IT" dirty="0" err="1"/>
              <a:t>energetic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anchor.</a:t>
            </a:r>
          </a:p>
          <a:p>
            <a:r>
              <a:rPr lang="it-IT" b="1" dirty="0"/>
              <a:t>Advanced Semantic </a:t>
            </a:r>
            <a:r>
              <a:rPr lang="it-IT" b="1" dirty="0" err="1"/>
              <a:t>Parsing</a:t>
            </a:r>
            <a:r>
              <a:rPr lang="it-IT" b="1" dirty="0"/>
              <a:t>:</a:t>
            </a:r>
            <a:r>
              <a:rPr lang="it-IT" dirty="0"/>
              <a:t> </a:t>
            </a:r>
            <a:r>
              <a:rPr lang="it-IT" dirty="0" err="1"/>
              <a:t>Employs</a:t>
            </a:r>
            <a:r>
              <a:rPr lang="it-IT" dirty="0"/>
              <a:t> </a:t>
            </a:r>
            <a:r>
              <a:rPr lang="it-IT" dirty="0" err="1"/>
              <a:t>Regex</a:t>
            </a:r>
            <a:r>
              <a:rPr lang="it-IT" dirty="0"/>
              <a:t> with a 30-character </a:t>
            </a:r>
            <a:r>
              <a:rPr lang="it-IT" dirty="0" err="1"/>
              <a:t>proximity</a:t>
            </a:r>
            <a:r>
              <a:rPr lang="it-IT" dirty="0"/>
              <a:t> window to </a:t>
            </a:r>
            <a:r>
              <a:rPr lang="it-IT" dirty="0" err="1"/>
              <a:t>detect</a:t>
            </a:r>
            <a:r>
              <a:rPr lang="it-IT" dirty="0"/>
              <a:t>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negations</a:t>
            </a:r>
            <a:r>
              <a:rPr lang="it-IT" dirty="0"/>
              <a:t>.</a:t>
            </a:r>
          </a:p>
          <a:p>
            <a:r>
              <a:rPr lang="it-IT" b="1" dirty="0"/>
              <a:t>Dynamic Grounding:</a:t>
            </a:r>
            <a:r>
              <a:rPr lang="it-IT" dirty="0"/>
              <a:t> </a:t>
            </a:r>
            <a:r>
              <a:rPr lang="it-IT" dirty="0" err="1"/>
              <a:t>Identifies</a:t>
            </a:r>
            <a:r>
              <a:rPr lang="it-IT" dirty="0"/>
              <a:t> the precise moment the model gains visual </a:t>
            </a:r>
            <a:r>
              <a:rPr lang="it-IT" dirty="0" err="1"/>
              <a:t>proof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0566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DF02C475-62CA-E76D-BFCF-E0DA51F6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it-IT" sz="2500"/>
              <a:t>MCQ: Discriminative Semantic Power</a:t>
            </a:r>
            <a:br>
              <a:rPr lang="it-IT" sz="2500"/>
            </a:br>
            <a:br>
              <a:rPr lang="it-IT" sz="2500"/>
            </a:br>
            <a:endParaRPr lang="it-IT" sz="25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DFA069-0B3A-4A40-9393-040B16D51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97384"/>
            <a:ext cx="5648193" cy="3078265"/>
          </a:xfrm>
          <a:prstGeom prst="rect">
            <a:avLst/>
          </a:prstGeom>
        </p:spPr>
      </p:pic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DB2FBBC-BF55-92D5-832D-42089B768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5150" y="2256287"/>
            <a:ext cx="4563618" cy="3760459"/>
          </a:xfrm>
        </p:spPr>
        <p:txBody>
          <a:bodyPr anchor="t">
            <a:normAutofit/>
          </a:bodyPr>
          <a:lstStyle/>
          <a:p>
            <a:r>
              <a:rPr lang="it-IT" sz="1900" b="1" dirty="0" err="1"/>
              <a:t>Hierarchical</a:t>
            </a:r>
            <a:r>
              <a:rPr lang="it-IT" sz="1900" b="1" dirty="0"/>
              <a:t> </a:t>
            </a:r>
            <a:r>
              <a:rPr lang="it-IT" sz="1900" b="1" dirty="0" err="1"/>
              <a:t>Anchoring</a:t>
            </a:r>
            <a:r>
              <a:rPr lang="it-IT" sz="1900" b="1" dirty="0"/>
              <a:t>:</a:t>
            </a:r>
            <a:r>
              <a:rPr lang="it-IT" sz="1900" dirty="0"/>
              <a:t> </a:t>
            </a:r>
            <a:r>
              <a:rPr lang="it-IT" sz="1900" dirty="0" err="1"/>
              <a:t>Implements</a:t>
            </a:r>
            <a:r>
              <a:rPr lang="it-IT" sz="1900" dirty="0"/>
              <a:t> a Word-</a:t>
            </a:r>
            <a:r>
              <a:rPr lang="it-IT" sz="1900" dirty="0" err="1"/>
              <a:t>Priority</a:t>
            </a:r>
            <a:r>
              <a:rPr lang="it-IT" sz="1900" dirty="0"/>
              <a:t> </a:t>
            </a:r>
            <a:r>
              <a:rPr lang="it-IT" sz="1900" dirty="0" err="1"/>
              <a:t>selection</a:t>
            </a:r>
            <a:r>
              <a:rPr lang="it-IT" sz="1900" dirty="0"/>
              <a:t> with an </a:t>
            </a:r>
            <a:r>
              <a:rPr lang="it-IT" sz="1900" dirty="0" err="1"/>
              <a:t>automatic</a:t>
            </a:r>
            <a:r>
              <a:rPr lang="it-IT" sz="1900" dirty="0"/>
              <a:t> Letter-</a:t>
            </a:r>
            <a:r>
              <a:rPr lang="it-IT" sz="1900" dirty="0" err="1"/>
              <a:t>Fallback</a:t>
            </a:r>
            <a:r>
              <a:rPr lang="it-IT" sz="1900" dirty="0"/>
              <a:t> </a:t>
            </a:r>
            <a:r>
              <a:rPr lang="it-IT" sz="1900" dirty="0" err="1"/>
              <a:t>mechanism</a:t>
            </a:r>
            <a:r>
              <a:rPr lang="it-IT" sz="1900" dirty="0"/>
              <a:t>.</a:t>
            </a:r>
          </a:p>
          <a:p>
            <a:r>
              <a:rPr lang="it-IT" sz="1900" b="1" dirty="0"/>
              <a:t>Comparative </a:t>
            </a:r>
            <a:r>
              <a:rPr lang="it-IT" sz="1900" b="1" dirty="0" err="1"/>
              <a:t>Semantics</a:t>
            </a:r>
            <a:r>
              <a:rPr lang="it-IT" sz="1900" b="1" dirty="0"/>
              <a:t>:</a:t>
            </a:r>
            <a:r>
              <a:rPr lang="it-IT" sz="1900" dirty="0"/>
              <a:t> </a:t>
            </a:r>
            <a:r>
              <a:rPr lang="it-IT" sz="1900" dirty="0" err="1"/>
              <a:t>Forces</a:t>
            </a:r>
            <a:r>
              <a:rPr lang="it-IT" sz="1900" dirty="0"/>
              <a:t> the model to </a:t>
            </a:r>
            <a:r>
              <a:rPr lang="it-IT" sz="1900" dirty="0" err="1"/>
              <a:t>weigh</a:t>
            </a:r>
            <a:r>
              <a:rPr lang="it-IT" sz="1900" dirty="0"/>
              <a:t> visual </a:t>
            </a:r>
            <a:r>
              <a:rPr lang="it-IT" sz="1900" dirty="0" err="1"/>
              <a:t>evidence</a:t>
            </a:r>
            <a:r>
              <a:rPr lang="it-IT" sz="1900" dirty="0"/>
              <a:t> </a:t>
            </a:r>
            <a:r>
              <a:rPr lang="it-IT" sz="1900" dirty="0" err="1"/>
              <a:t>against</a:t>
            </a:r>
            <a:r>
              <a:rPr lang="it-IT" sz="1900" dirty="0"/>
              <a:t> multiple </a:t>
            </a:r>
            <a:r>
              <a:rPr lang="it-IT" sz="1900" dirty="0" err="1"/>
              <a:t>competing</a:t>
            </a:r>
            <a:r>
              <a:rPr lang="it-IT" sz="1900" dirty="0"/>
              <a:t> </a:t>
            </a:r>
            <a:r>
              <a:rPr lang="it-IT" sz="1900" dirty="0" err="1"/>
              <a:t>hypotheses</a:t>
            </a:r>
            <a:r>
              <a:rPr lang="it-IT" sz="1900" dirty="0"/>
              <a:t>.</a:t>
            </a:r>
          </a:p>
          <a:p>
            <a:r>
              <a:rPr lang="it-IT" sz="1900" b="1" dirty="0" err="1"/>
              <a:t>Contextual</a:t>
            </a:r>
            <a:r>
              <a:rPr lang="it-IT" sz="1900" b="1" dirty="0"/>
              <a:t> </a:t>
            </a:r>
            <a:r>
              <a:rPr lang="it-IT" sz="1900" b="1" dirty="0" err="1"/>
              <a:t>Noise</a:t>
            </a:r>
            <a:r>
              <a:rPr lang="it-IT" sz="1900" b="1" dirty="0"/>
              <a:t> Test:</a:t>
            </a:r>
            <a:r>
              <a:rPr lang="it-IT" sz="1900" dirty="0"/>
              <a:t> </a:t>
            </a:r>
            <a:r>
              <a:rPr lang="it-IT" sz="1900" dirty="0" err="1"/>
              <a:t>Evaluates</a:t>
            </a:r>
            <a:r>
              <a:rPr lang="it-IT" sz="1900" dirty="0"/>
              <a:t> grounding </a:t>
            </a:r>
            <a:r>
              <a:rPr lang="it-IT" sz="1900" dirty="0" err="1"/>
              <a:t>robustness</a:t>
            </a:r>
            <a:r>
              <a:rPr lang="it-IT" sz="1900" dirty="0"/>
              <a:t> under severe </a:t>
            </a:r>
            <a:r>
              <a:rPr lang="it-IT" sz="1900" dirty="0" err="1"/>
              <a:t>distraction</a:t>
            </a:r>
            <a:r>
              <a:rPr lang="it-IT" sz="1900" dirty="0"/>
              <a:t> from </a:t>
            </a:r>
            <a:r>
              <a:rPr lang="it-IT" sz="1900" dirty="0" err="1"/>
              <a:t>textual</a:t>
            </a:r>
            <a:r>
              <a:rPr lang="it-IT" sz="1900" dirty="0"/>
              <a:t> </a:t>
            </a:r>
            <a:r>
              <a:rPr lang="it-IT" sz="1900" dirty="0" err="1"/>
              <a:t>distractors</a:t>
            </a:r>
            <a:r>
              <a:rPr lang="it-IT" sz="1900" dirty="0"/>
              <a:t>.</a:t>
            </a:r>
          </a:p>
          <a:p>
            <a:endParaRPr lang="it-IT" sz="19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964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14420D1-A693-C450-2405-34049DC18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it-IT" dirty="0"/>
              <a:t>The Grounding </a:t>
            </a:r>
            <a:r>
              <a:rPr lang="it-IT"/>
              <a:t>Failures</a:t>
            </a:r>
            <a:endParaRPr lang="it-IT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97601A42-6F6F-54B7-49A3-26B24DBCC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624387"/>
            <a:ext cx="5648193" cy="3586605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3DD6879-78FD-352D-827B-C3C5DA39DCC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1063" y="2537460"/>
            <a:ext cx="4659945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Textual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success (Gate 1)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remains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consistently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near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100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percent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Severe visual grounding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collapse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occurs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at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Geometric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Gate.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Survival Rates: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Spatial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CoT (13.3%) and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Binary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VQA (12.0%).</a:t>
            </a:r>
          </a:p>
        </p:txBody>
      </p:sp>
    </p:spTree>
    <p:extLst>
      <p:ext uri="{BB962C8B-B14F-4D97-AF65-F5344CB8AC3E}">
        <p14:creationId xmlns:p14="http://schemas.microsoft.com/office/powerpoint/2010/main" val="2963289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68B78FF-37EB-BC8D-D6E3-655177F41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10890928" cy="971550"/>
          </a:xfrm>
        </p:spPr>
        <p:txBody>
          <a:bodyPr anchor="t">
            <a:normAutofit/>
          </a:bodyPr>
          <a:lstStyle/>
          <a:p>
            <a:r>
              <a:rPr lang="it-IT"/>
              <a:t>Spatial</a:t>
            </a:r>
            <a:r>
              <a:rPr lang="it-IT" dirty="0"/>
              <a:t> </a:t>
            </a:r>
            <a:r>
              <a:rPr lang="it-IT"/>
              <a:t>failures</a:t>
            </a:r>
            <a:endParaRPr lang="it-IT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AA7464-1EB7-A869-C7D3-AA680BBA9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00B2193-AC73-EF8B-BE0E-1ED13091C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949159"/>
            <a:ext cx="5648193" cy="293706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39F2E476-28CF-A148-0007-45E41E69DC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71063" y="2537460"/>
            <a:ext cx="4659945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Dominant failure cause: FP_Scattered representing severely fragmented attention.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Activation energy dissipates heavily across multiple background elements.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Spatial CoT and MCQ prompt massive spatial hallucination spikes.</a:t>
            </a:r>
          </a:p>
        </p:txBody>
      </p:sp>
    </p:spTree>
    <p:extLst>
      <p:ext uri="{BB962C8B-B14F-4D97-AF65-F5344CB8AC3E}">
        <p14:creationId xmlns:p14="http://schemas.microsoft.com/office/powerpoint/2010/main" val="2576616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3FF479-497E-79D9-D228-77610B20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4266" y="384839"/>
            <a:ext cx="8945593" cy="9486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100" dirty="0"/>
              <a:t>Visual Grounding vs Classical Metrics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544279-3F94-A759-AAFC-B0D64A1C4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663" y="4048496"/>
            <a:ext cx="9883054" cy="26931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3EB868-7797-C684-3839-B58469811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534" y="1355360"/>
            <a:ext cx="9883055" cy="269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20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860277-233D-7F4C-A232-D0DDD312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anchor="t">
            <a:normAutofit/>
          </a:bodyPr>
          <a:lstStyle/>
          <a:p>
            <a:r>
              <a:rPr lang="it-IT" dirty="0"/>
              <a:t>Energetic Confidence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639447-1F78-3E6B-E11D-E1C225560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2" y="2256287"/>
            <a:ext cx="5489717" cy="376045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1178F90A-6529-F053-294D-AA7C6BD651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Spatial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CoT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isolates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energy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slightly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better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rare successes.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Median TBR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Comparison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Spatial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CoT (~2.1)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is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comparable to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Binary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VQA (~2.0).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Binary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VQA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maintains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highly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conservative,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stable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energy </a:t>
            </a:r>
            <a:r>
              <a:rPr kumimoji="0" lang="it-IT" altLang="it-IT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distribution</a:t>
            </a:r>
            <a:r>
              <a:rPr kumimoji="0" lang="it-IT" altLang="it-IT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0796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4A9B50-6E9D-33B4-26CB-BE9B3A445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Conclusions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F76F3D-04FD-75D1-18E7-4B71020E5F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 err="1"/>
              <a:t>Linguistic</a:t>
            </a:r>
            <a:r>
              <a:rPr lang="it-IT" b="1" dirty="0"/>
              <a:t>/Visual Gap</a:t>
            </a:r>
          </a:p>
          <a:p>
            <a:pPr marL="0" indent="0">
              <a:buNone/>
            </a:pPr>
            <a:r>
              <a:rPr lang="it-IT" dirty="0"/>
              <a:t>MLLM performance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decoupled</a:t>
            </a:r>
            <a:r>
              <a:rPr lang="it-IT" dirty="0"/>
              <a:t> from visual </a:t>
            </a:r>
            <a:r>
              <a:rPr lang="it-IT" dirty="0" err="1"/>
              <a:t>comprehension</a:t>
            </a:r>
            <a:r>
              <a:rPr lang="it-IT" dirty="0"/>
              <a:t>. Models </a:t>
            </a:r>
            <a:r>
              <a:rPr lang="it-IT" dirty="0" err="1"/>
              <a:t>excel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textual</a:t>
            </a:r>
            <a:r>
              <a:rPr lang="it-IT" dirty="0"/>
              <a:t> </a:t>
            </a:r>
            <a:r>
              <a:rPr lang="it-IT" dirty="0" err="1"/>
              <a:t>descriptions</a:t>
            </a:r>
            <a:r>
              <a:rPr lang="it-IT" dirty="0"/>
              <a:t>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frequently</a:t>
            </a:r>
            <a:r>
              <a:rPr lang="it-IT" dirty="0"/>
              <a:t> </a:t>
            </a:r>
            <a:r>
              <a:rPr lang="it-IT" dirty="0" err="1"/>
              <a:t>fail</a:t>
            </a:r>
            <a:r>
              <a:rPr lang="it-IT" dirty="0"/>
              <a:t> to anchor words to </a:t>
            </a:r>
            <a:r>
              <a:rPr lang="it-IT" dirty="0" err="1"/>
              <a:t>physical</a:t>
            </a:r>
            <a:r>
              <a:rPr lang="it-IT" dirty="0"/>
              <a:t> pixels, </a:t>
            </a:r>
            <a:r>
              <a:rPr lang="it-IT" dirty="0" err="1"/>
              <a:t>masking</a:t>
            </a:r>
            <a:r>
              <a:rPr lang="it-IT" dirty="0"/>
              <a:t> </a:t>
            </a:r>
            <a:r>
              <a:rPr lang="it-IT" dirty="0" err="1"/>
              <a:t>internal</a:t>
            </a:r>
            <a:r>
              <a:rPr lang="it-IT" dirty="0"/>
              <a:t> grounding </a:t>
            </a:r>
            <a:r>
              <a:rPr lang="it-IT" dirty="0" err="1"/>
              <a:t>failures</a:t>
            </a:r>
            <a:r>
              <a:rPr lang="it-IT" dirty="0"/>
              <a:t> with </a:t>
            </a:r>
            <a:r>
              <a:rPr lang="it-IT" dirty="0" err="1"/>
              <a:t>linguistic</a:t>
            </a:r>
            <a:r>
              <a:rPr lang="it-IT" dirty="0"/>
              <a:t> </a:t>
            </a:r>
            <a:r>
              <a:rPr lang="it-IT" dirty="0" err="1"/>
              <a:t>priors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3B77C7-ACCA-D967-C42A-1E8FA679CA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Machine vs. Human Vision</a:t>
            </a:r>
          </a:p>
          <a:p>
            <a:pPr marL="0" indent="0">
              <a:buNone/>
            </a:pPr>
            <a:r>
              <a:rPr lang="it-IT" dirty="0"/>
              <a:t>Transformer-</a:t>
            </a:r>
            <a:r>
              <a:rPr lang="it-IT" dirty="0" err="1"/>
              <a:t>based</a:t>
            </a:r>
            <a:r>
              <a:rPr lang="it-IT" dirty="0"/>
              <a:t> models </a:t>
            </a:r>
            <a:r>
              <a:rPr lang="it-IT" dirty="0" err="1"/>
              <a:t>utilize</a:t>
            </a:r>
            <a:r>
              <a:rPr lang="it-IT" dirty="0"/>
              <a:t> diffuse, </a:t>
            </a:r>
            <a:r>
              <a:rPr lang="it-IT" dirty="0" err="1"/>
              <a:t>contextual</a:t>
            </a:r>
            <a:r>
              <a:rPr lang="it-IT" dirty="0"/>
              <a:t> </a:t>
            </a:r>
            <a:r>
              <a:rPr lang="it-IT" dirty="0" err="1"/>
              <a:t>attention</a:t>
            </a:r>
            <a:r>
              <a:rPr lang="it-IT" dirty="0"/>
              <a:t> </a:t>
            </a:r>
            <a:r>
              <a:rPr lang="it-IT" dirty="0" err="1"/>
              <a:t>rather</a:t>
            </a:r>
            <a:r>
              <a:rPr lang="it-IT" dirty="0"/>
              <a:t>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localized</a:t>
            </a:r>
            <a:r>
              <a:rPr lang="it-IT" dirty="0"/>
              <a:t> </a:t>
            </a:r>
            <a:r>
              <a:rPr lang="it-IT" dirty="0" err="1"/>
              <a:t>focal</a:t>
            </a:r>
            <a:r>
              <a:rPr lang="it-IT" dirty="0"/>
              <a:t> points. </a:t>
            </a:r>
            <a:r>
              <a:rPr lang="it-IT" dirty="0" err="1"/>
              <a:t>Scattered</a:t>
            </a:r>
            <a:r>
              <a:rPr lang="it-IT" dirty="0"/>
              <a:t> energy </a:t>
            </a:r>
            <a:r>
              <a:rPr lang="it-IT" dirty="0" err="1"/>
              <a:t>distributions</a:t>
            </a:r>
            <a:r>
              <a:rPr lang="it-IT" dirty="0"/>
              <a:t> </a:t>
            </a:r>
            <a:r>
              <a:rPr lang="it-IT" dirty="0" err="1"/>
              <a:t>suggest</a:t>
            </a:r>
            <a:r>
              <a:rPr lang="it-IT" dirty="0"/>
              <a:t> an alternative </a:t>
            </a:r>
            <a:r>
              <a:rPr lang="it-IT" dirty="0" err="1"/>
              <a:t>reasoning</a:t>
            </a:r>
            <a:r>
              <a:rPr lang="it-IT" dirty="0"/>
              <a:t> </a:t>
            </a:r>
            <a:r>
              <a:rPr lang="it-IT" dirty="0" err="1"/>
              <a:t>paradigm</a:t>
            </a:r>
            <a:r>
              <a:rPr lang="it-IT" dirty="0"/>
              <a:t> </a:t>
            </a:r>
            <a:r>
              <a:rPr lang="it-IT" dirty="0" err="1"/>
              <a:t>focused</a:t>
            </a:r>
            <a:r>
              <a:rPr lang="it-IT" dirty="0"/>
              <a:t> on global </a:t>
            </a:r>
            <a:r>
              <a:rPr lang="it-IT" dirty="0" err="1"/>
              <a:t>statistical</a:t>
            </a:r>
            <a:r>
              <a:rPr lang="it-IT" dirty="0"/>
              <a:t> </a:t>
            </a:r>
            <a:r>
              <a:rPr lang="it-IT" dirty="0" err="1"/>
              <a:t>evidence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08716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423A0-27C0-1944-7818-CA861F02D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Future </a:t>
            </a:r>
            <a:r>
              <a:rPr lang="it-IT" dirty="0" err="1"/>
              <a:t>directions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5D9E5-FFA6-AA2B-FE53-C4A46AC500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2781546" cy="356616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Scaling</a:t>
            </a:r>
          </a:p>
          <a:p>
            <a:pPr marL="0" indent="0">
              <a:buNone/>
            </a:pPr>
            <a:r>
              <a:rPr lang="it-IT" dirty="0" err="1"/>
              <a:t>Investigating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spatial</a:t>
            </a:r>
            <a:r>
              <a:rPr lang="it-IT" dirty="0"/>
              <a:t> decoupling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flaw</a:t>
            </a:r>
            <a:r>
              <a:rPr lang="it-IT" dirty="0"/>
              <a:t> or </a:t>
            </a:r>
            <a:r>
              <a:rPr lang="it-IT" dirty="0" err="1"/>
              <a:t>if</a:t>
            </a:r>
            <a:r>
              <a:rPr lang="it-IT" dirty="0"/>
              <a:t> scaling to </a:t>
            </a:r>
            <a:r>
              <a:rPr lang="it-IT" dirty="0" err="1"/>
              <a:t>larger</a:t>
            </a:r>
            <a:r>
              <a:rPr lang="it-IT" dirty="0"/>
              <a:t> </a:t>
            </a:r>
            <a:r>
              <a:rPr lang="it-IT" dirty="0" err="1"/>
              <a:t>parameter</a:t>
            </a:r>
            <a:r>
              <a:rPr lang="it-IT" dirty="0"/>
              <a:t> models </a:t>
            </a:r>
            <a:r>
              <a:rPr lang="it-IT" dirty="0" err="1"/>
              <a:t>resolves</a:t>
            </a:r>
            <a:r>
              <a:rPr lang="it-IT" dirty="0"/>
              <a:t> grounding </a:t>
            </a:r>
            <a:r>
              <a:rPr lang="it-IT" dirty="0" err="1"/>
              <a:t>issues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8D1A1-DC80-A916-E9EB-89B20C95B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21626" y="2651563"/>
            <a:ext cx="2536722" cy="3566160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Fine-Tuning</a:t>
            </a:r>
          </a:p>
          <a:p>
            <a:pPr marL="0" indent="0">
              <a:buNone/>
            </a:pPr>
            <a:r>
              <a:rPr lang="it-IT" dirty="0" err="1"/>
              <a:t>Applying</a:t>
            </a:r>
            <a:r>
              <a:rPr lang="it-IT" dirty="0"/>
              <a:t> 4-Gate TAM pipelines to task-</a:t>
            </a:r>
            <a:r>
              <a:rPr lang="it-IT" dirty="0" err="1"/>
              <a:t>specific</a:t>
            </a:r>
            <a:r>
              <a:rPr lang="it-IT" dirty="0"/>
              <a:t> models to </a:t>
            </a:r>
            <a:r>
              <a:rPr lang="it-IT" dirty="0" err="1"/>
              <a:t>naturally</a:t>
            </a:r>
            <a:r>
              <a:rPr lang="it-IT" dirty="0"/>
              <a:t> </a:t>
            </a:r>
            <a:r>
              <a:rPr lang="it-IT" dirty="0" err="1"/>
              <a:t>enforce</a:t>
            </a:r>
            <a:r>
              <a:rPr lang="it-IT" dirty="0"/>
              <a:t> </a:t>
            </a:r>
            <a:r>
              <a:rPr lang="it-IT" dirty="0" err="1"/>
              <a:t>stricter</a:t>
            </a:r>
            <a:r>
              <a:rPr lang="it-IT" dirty="0"/>
              <a:t> visual grounding </a:t>
            </a:r>
            <a:r>
              <a:rPr lang="it-IT" dirty="0" err="1"/>
              <a:t>during</a:t>
            </a:r>
            <a:r>
              <a:rPr lang="it-IT" dirty="0"/>
              <a:t> </a:t>
            </a:r>
            <a:r>
              <a:rPr lang="it-IT" dirty="0" err="1"/>
              <a:t>reasoning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E8297F3-2B32-9A14-8224-FE6F5AAC8AE0}"/>
              </a:ext>
            </a:extLst>
          </p:cNvPr>
          <p:cNvSpPr txBox="1">
            <a:spLocks/>
          </p:cNvSpPr>
          <p:nvPr/>
        </p:nvSpPr>
        <p:spPr>
          <a:xfrm>
            <a:off x="6085543" y="2651563"/>
            <a:ext cx="2536722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it-IT" b="1" dirty="0" err="1"/>
              <a:t>Unseen</a:t>
            </a:r>
            <a:r>
              <a:rPr lang="it-IT" b="1" dirty="0"/>
              <a:t> Dataset</a:t>
            </a:r>
          </a:p>
          <a:p>
            <a:pPr marL="0" indent="0">
              <a:buNone/>
            </a:pPr>
            <a:r>
              <a:rPr lang="it-IT" dirty="0" err="1"/>
              <a:t>Investigating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using</a:t>
            </a:r>
            <a:r>
              <a:rPr lang="it-IT" dirty="0"/>
              <a:t> an </a:t>
            </a:r>
            <a:r>
              <a:rPr lang="it-IT" dirty="0" err="1"/>
              <a:t>unpublished</a:t>
            </a:r>
            <a:r>
              <a:rPr lang="it-IT" dirty="0"/>
              <a:t> dataset, </a:t>
            </a:r>
            <a:r>
              <a:rPr lang="it-IT" dirty="0" err="1"/>
              <a:t>being</a:t>
            </a:r>
            <a:r>
              <a:rPr lang="it-IT" dirty="0"/>
              <a:t> sure to include images </a:t>
            </a:r>
            <a:r>
              <a:rPr lang="it-IT" dirty="0" err="1"/>
              <a:t>that</a:t>
            </a:r>
            <a:r>
              <a:rPr lang="it-IT" dirty="0"/>
              <a:t> the model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seen</a:t>
            </a:r>
            <a:r>
              <a:rPr lang="it-IT" dirty="0"/>
              <a:t> </a:t>
            </a:r>
            <a:r>
              <a:rPr lang="it-IT" dirty="0" err="1"/>
              <a:t>during</a:t>
            </a:r>
            <a:r>
              <a:rPr lang="it-IT" dirty="0"/>
              <a:t> training, can </a:t>
            </a:r>
            <a:r>
              <a:rPr lang="it-IT" dirty="0" err="1"/>
              <a:t>improve</a:t>
            </a:r>
            <a:r>
              <a:rPr lang="it-IT" dirty="0"/>
              <a:t> the visual grounding.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73CBC3AB-EDA7-EAA7-D9FE-CB08B9F0DCB5}"/>
              </a:ext>
            </a:extLst>
          </p:cNvPr>
          <p:cNvSpPr txBox="1">
            <a:spLocks/>
          </p:cNvSpPr>
          <p:nvPr/>
        </p:nvSpPr>
        <p:spPr>
          <a:xfrm>
            <a:off x="8749460" y="2651563"/>
            <a:ext cx="2911598" cy="3566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b="1" dirty="0"/>
              <a:t>Critical System Integration</a:t>
            </a:r>
          </a:p>
          <a:p>
            <a:pPr marL="0" indent="0">
              <a:buNone/>
            </a:pPr>
            <a:r>
              <a:rPr lang="it-IT" dirty="0"/>
              <a:t>Integrate the framework on </a:t>
            </a:r>
            <a:r>
              <a:rPr lang="it-IT" dirty="0" err="1"/>
              <a:t>critical</a:t>
            </a:r>
            <a:r>
              <a:rPr lang="it-IT" dirty="0"/>
              <a:t> systems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autonomous</a:t>
            </a:r>
            <a:r>
              <a:rPr lang="it-IT" dirty="0"/>
              <a:t> </a:t>
            </a:r>
            <a:r>
              <a:rPr lang="it-IT" dirty="0" err="1"/>
              <a:t>driving</a:t>
            </a:r>
            <a:r>
              <a:rPr lang="it-IT" dirty="0"/>
              <a:t> systems to validate visual grounding </a:t>
            </a:r>
            <a:r>
              <a:rPr lang="it-IT" dirty="0" err="1"/>
              <a:t>before</a:t>
            </a:r>
            <a:r>
              <a:rPr lang="it-IT" dirty="0"/>
              <a:t> </a:t>
            </a:r>
            <a:r>
              <a:rPr lang="it-IT" dirty="0" err="1"/>
              <a:t>safety-critical</a:t>
            </a:r>
            <a:r>
              <a:rPr lang="it-IT" dirty="0"/>
              <a:t> control actions </a:t>
            </a:r>
            <a:r>
              <a:rPr lang="it-IT" dirty="0" err="1"/>
              <a:t>aiming</a:t>
            </a:r>
            <a:r>
              <a:rPr lang="it-IT" dirty="0"/>
              <a:t> to investigate "Clever Hans" </a:t>
            </a:r>
            <a:r>
              <a:rPr lang="it-IT" dirty="0" err="1"/>
              <a:t>failures</a:t>
            </a:r>
            <a:r>
              <a:rPr lang="it-IT" dirty="0"/>
              <a:t> in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edge</a:t>
            </a:r>
            <a:r>
              <a:rPr lang="it-IT" dirty="0"/>
              <a:t> </a:t>
            </a:r>
            <a:r>
              <a:rPr lang="it-IT" dirty="0" err="1"/>
              <a:t>cases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921570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ec073f-6488-43d5-842f-48bfbe138e2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DA76AB8706D9D499F94AECF2EB5175A" ma:contentTypeVersion="9" ma:contentTypeDescription="Creare un nuovo documento." ma:contentTypeScope="" ma:versionID="4b3ca7ffde785cb08f54221a27c0697f">
  <xsd:schema xmlns:xsd="http://www.w3.org/2001/XMLSchema" xmlns:xs="http://www.w3.org/2001/XMLSchema" xmlns:p="http://schemas.microsoft.com/office/2006/metadata/properties" xmlns:ns3="2fec073f-6488-43d5-842f-48bfbe138e23" targetNamespace="http://schemas.microsoft.com/office/2006/metadata/properties" ma:root="true" ma:fieldsID="f409528f44fd216dace8a568e2675e5a" ns3:_="">
    <xsd:import namespace="2fec073f-6488-43d5-842f-48bfbe138e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ec073f-6488-43d5-842f-48bfbe138e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376C51E-7B3D-41E5-A525-7BE0585D2540}">
  <ds:schemaRefs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terms/"/>
    <ds:schemaRef ds:uri="2fec073f-6488-43d5-842f-48bfbe138e23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6553060-784B-4B1D-A28B-4C4DDF7980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648024-9003-4784-867D-797F622B49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ec073f-6488-43d5-842f-48bfbe138e2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1010</Words>
  <Application>Microsoft Office PowerPoint</Application>
  <PresentationFormat>Widescreen</PresentationFormat>
  <Paragraphs>88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Cambria Math</vt:lpstr>
      <vt:lpstr>Grandview Display</vt:lpstr>
      <vt:lpstr>DashVTI</vt:lpstr>
      <vt:lpstr>XAI in Critical Systems</vt:lpstr>
      <vt:lpstr>MLLMs and the "Clever Hans" Effect</vt:lpstr>
      <vt:lpstr>Token Activation Maps (TAM)</vt:lpstr>
      <vt:lpstr>The 4-Gate Validation Framework</vt:lpstr>
      <vt:lpstr>Gate 1: Text analysis</vt:lpstr>
      <vt:lpstr>Gate 2: Attention clustering</vt:lpstr>
      <vt:lpstr>Gate 3: Topological filtering</vt:lpstr>
      <vt:lpstr>Gate 4: TBR validation</vt:lpstr>
      <vt:lpstr>Dataset</vt:lpstr>
      <vt:lpstr>Prompt engineering for XAI</vt:lpstr>
      <vt:lpstr>Binary VQA: The Grounding Baseline  </vt:lpstr>
      <vt:lpstr>Spatial CoT: Cognitive Decomposition  </vt:lpstr>
      <vt:lpstr>MCQ: Discriminative Semantic Power  </vt:lpstr>
      <vt:lpstr>The Grounding Failures</vt:lpstr>
      <vt:lpstr>Spatial failures</vt:lpstr>
      <vt:lpstr>Visual Grounding vs Classical Metrics</vt:lpstr>
      <vt:lpstr>Energetic Confidence Analysis</vt:lpstr>
      <vt:lpstr>Conclusions</vt:lpstr>
      <vt:lpstr>Future 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CRISCUOLO</dc:creator>
  <cp:lastModifiedBy>LUCA CRISCUOLO</cp:lastModifiedBy>
  <cp:revision>1</cp:revision>
  <dcterms:created xsi:type="dcterms:W3CDTF">2026-06-08T17:12:33Z</dcterms:created>
  <dcterms:modified xsi:type="dcterms:W3CDTF">2026-06-10T12:13:42Z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0x010100FDA76AB8706D9D499F94AECF2EB5175A</vt:lpwstr>
  </property>
</Properties>
</file>